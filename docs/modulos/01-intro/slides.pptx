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79" r:id="rId3"/>
    <p:sldId id="257" r:id="rId4"/>
    <p:sldId id="283" r:id="rId5"/>
    <p:sldId id="265" r:id="rId6"/>
    <p:sldId id="264" r:id="rId7"/>
    <p:sldId id="259" r:id="rId8"/>
    <p:sldId id="260" r:id="rId9"/>
    <p:sldId id="280" r:id="rId10"/>
    <p:sldId id="284" r:id="rId11"/>
    <p:sldId id="285" r:id="rId12"/>
    <p:sldId id="287" r:id="rId13"/>
    <p:sldId id="281" r:id="rId14"/>
    <p:sldId id="266" r:id="rId15"/>
    <p:sldId id="268" r:id="rId16"/>
    <p:sldId id="269" r:id="rId17"/>
    <p:sldId id="270" r:id="rId18"/>
    <p:sldId id="286" r:id="rId19"/>
    <p:sldId id="272" r:id="rId20"/>
    <p:sldId id="273" r:id="rId21"/>
    <p:sldId id="274" r:id="rId22"/>
    <p:sldId id="275" r:id="rId23"/>
    <p:sldId id="282" r:id="rId24"/>
    <p:sldId id="277" r:id="rId25"/>
    <p:sldId id="278" r:id="rId26"/>
  </p:sldIdLst>
  <p:sldSz cx="9144000" cy="6858000" type="screen4x3"/>
  <p:notesSz cx="9144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97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062F8B-7935-4C8E-BF3B-2EA1E9CD7B9C}" type="doc">
      <dgm:prSet loTypeId="urn:microsoft.com/office/officeart/2005/8/layout/vList5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B6FEA61-AA9D-47D9-9EAE-F7ABEFBA3937}">
      <dgm:prSet/>
      <dgm:spPr/>
      <dgm:t>
        <a:bodyPr/>
        <a:lstStyle/>
        <a:p>
          <a:r>
            <a:rPr lang="pt-BR" b="1" i="0" noProof="0" dirty="0"/>
            <a:t>Design de Mecanismos</a:t>
          </a:r>
          <a:endParaRPr lang="pt-BR" noProof="0" dirty="0"/>
        </a:p>
      </dgm:t>
    </dgm:pt>
    <dgm:pt modelId="{F87F1C57-A381-46AB-A93E-67459B0D8DE9}" type="parTrans" cxnId="{388487BA-CFA2-467F-9145-585FAC59613E}">
      <dgm:prSet/>
      <dgm:spPr/>
      <dgm:t>
        <a:bodyPr/>
        <a:lstStyle/>
        <a:p>
          <a:endParaRPr lang="en-US"/>
        </a:p>
      </dgm:t>
    </dgm:pt>
    <dgm:pt modelId="{F10DCC91-9581-4A11-82EA-35BC685CF0D4}" type="sibTrans" cxnId="{388487BA-CFA2-467F-9145-585FAC59613E}">
      <dgm:prSet/>
      <dgm:spPr/>
      <dgm:t>
        <a:bodyPr/>
        <a:lstStyle/>
        <a:p>
          <a:endParaRPr lang="en-US"/>
        </a:p>
      </dgm:t>
    </dgm:pt>
    <dgm:pt modelId="{C04ED101-246D-4F8C-BCD3-795E63F6C21D}">
      <dgm:prSet/>
      <dgm:spPr/>
      <dgm:t>
        <a:bodyPr/>
        <a:lstStyle/>
        <a:p>
          <a:r>
            <a:rPr lang="pt-BR" b="0" i="0" noProof="0" dirty="0"/>
            <a:t>Design de estrutura física</a:t>
          </a:r>
          <a:endParaRPr lang="pt-BR" noProof="0" dirty="0"/>
        </a:p>
      </dgm:t>
    </dgm:pt>
    <dgm:pt modelId="{C8583DF1-1648-4E18-AE1A-5D0E27EA455D}" type="parTrans" cxnId="{D64F39FA-1D72-463D-8F94-4BBBCCD3035E}">
      <dgm:prSet/>
      <dgm:spPr/>
      <dgm:t>
        <a:bodyPr/>
        <a:lstStyle/>
        <a:p>
          <a:endParaRPr lang="en-US"/>
        </a:p>
      </dgm:t>
    </dgm:pt>
    <dgm:pt modelId="{28A9B7D5-3FAD-44FF-8B37-AF14BABABD46}" type="sibTrans" cxnId="{D64F39FA-1D72-463D-8F94-4BBBCCD3035E}">
      <dgm:prSet/>
      <dgm:spPr/>
      <dgm:t>
        <a:bodyPr/>
        <a:lstStyle/>
        <a:p>
          <a:endParaRPr lang="en-US"/>
        </a:p>
      </dgm:t>
    </dgm:pt>
    <dgm:pt modelId="{F3EB3165-A973-48B8-A190-E683CD4D2DC9}">
      <dgm:prSet/>
      <dgm:spPr/>
      <dgm:t>
        <a:bodyPr/>
        <a:lstStyle/>
        <a:p>
          <a:r>
            <a:rPr lang="pt-BR" b="0" i="0" noProof="0" dirty="0"/>
            <a:t>Seleção de materiais</a:t>
          </a:r>
          <a:endParaRPr lang="pt-BR" noProof="0" dirty="0"/>
        </a:p>
      </dgm:t>
    </dgm:pt>
    <dgm:pt modelId="{6F8F3047-D930-4FE7-95FE-78A5A81F8345}" type="parTrans" cxnId="{19812FA2-0C94-4926-8B7D-34FB732E9237}">
      <dgm:prSet/>
      <dgm:spPr/>
      <dgm:t>
        <a:bodyPr/>
        <a:lstStyle/>
        <a:p>
          <a:endParaRPr lang="en-US"/>
        </a:p>
      </dgm:t>
    </dgm:pt>
    <dgm:pt modelId="{9B04278D-7572-4D12-A335-BA1CA308D1C0}" type="sibTrans" cxnId="{19812FA2-0C94-4926-8B7D-34FB732E9237}">
      <dgm:prSet/>
      <dgm:spPr/>
      <dgm:t>
        <a:bodyPr/>
        <a:lstStyle/>
        <a:p>
          <a:endParaRPr lang="en-US"/>
        </a:p>
      </dgm:t>
    </dgm:pt>
    <dgm:pt modelId="{B8E18015-1BB3-41B7-ACFC-82E7015E8CB6}">
      <dgm:prSet/>
      <dgm:spPr/>
      <dgm:t>
        <a:bodyPr/>
        <a:lstStyle/>
        <a:p>
          <a:r>
            <a:rPr lang="pt-BR" b="0" i="0" noProof="0" dirty="0"/>
            <a:t>Design de sistemas de movimento (por exemplo, rodas, pernas, braços)</a:t>
          </a:r>
          <a:endParaRPr lang="pt-BR" noProof="0" dirty="0"/>
        </a:p>
      </dgm:t>
    </dgm:pt>
    <dgm:pt modelId="{F5F12A88-9CB2-4148-B98E-EE2858D4EE65}" type="parTrans" cxnId="{0491607D-10BB-4FAE-ACDF-007D5BD15987}">
      <dgm:prSet/>
      <dgm:spPr/>
      <dgm:t>
        <a:bodyPr/>
        <a:lstStyle/>
        <a:p>
          <a:endParaRPr lang="en-US"/>
        </a:p>
      </dgm:t>
    </dgm:pt>
    <dgm:pt modelId="{A5DC1A74-730D-418F-AC82-82C4D1B7D4AB}" type="sibTrans" cxnId="{0491607D-10BB-4FAE-ACDF-007D5BD15987}">
      <dgm:prSet/>
      <dgm:spPr/>
      <dgm:t>
        <a:bodyPr/>
        <a:lstStyle/>
        <a:p>
          <a:endParaRPr lang="en-US"/>
        </a:p>
      </dgm:t>
    </dgm:pt>
    <dgm:pt modelId="{4BFD755B-27F4-4453-B548-235042BDD686}">
      <dgm:prSet/>
      <dgm:spPr/>
      <dgm:t>
        <a:bodyPr/>
        <a:lstStyle/>
        <a:p>
          <a:r>
            <a:rPr lang="pt-BR" b="1" i="0" noProof="0" dirty="0"/>
            <a:t>Eletrônica Embarcada</a:t>
          </a:r>
          <a:endParaRPr lang="pt-BR" noProof="0" dirty="0"/>
        </a:p>
      </dgm:t>
    </dgm:pt>
    <dgm:pt modelId="{BA29C63C-6713-4BD5-8BDB-5A04D0669209}" type="parTrans" cxnId="{7766C99A-5567-418F-B94D-E485344FF51B}">
      <dgm:prSet/>
      <dgm:spPr/>
      <dgm:t>
        <a:bodyPr/>
        <a:lstStyle/>
        <a:p>
          <a:endParaRPr lang="en-US"/>
        </a:p>
      </dgm:t>
    </dgm:pt>
    <dgm:pt modelId="{0D85EC71-FDBF-4947-A68D-FF6EAC2C9344}" type="sibTrans" cxnId="{7766C99A-5567-418F-B94D-E485344FF51B}">
      <dgm:prSet/>
      <dgm:spPr/>
      <dgm:t>
        <a:bodyPr/>
        <a:lstStyle/>
        <a:p>
          <a:endParaRPr lang="en-US"/>
        </a:p>
      </dgm:t>
    </dgm:pt>
    <dgm:pt modelId="{96F6BB95-C3CC-4301-8CF8-6FDDB8DF2E82}">
      <dgm:prSet/>
      <dgm:spPr/>
      <dgm:t>
        <a:bodyPr/>
        <a:lstStyle/>
        <a:p>
          <a:r>
            <a:rPr lang="pt-BR" b="0" i="0" noProof="0" dirty="0"/>
            <a:t>Design de circuitos</a:t>
          </a:r>
          <a:endParaRPr lang="pt-BR" noProof="0" dirty="0"/>
        </a:p>
      </dgm:t>
    </dgm:pt>
    <dgm:pt modelId="{96C5B343-96E5-4CF0-945C-A93EE6A7E404}" type="parTrans" cxnId="{F37701D0-9DEB-48D7-BCEE-4627ECDE4613}">
      <dgm:prSet/>
      <dgm:spPr/>
      <dgm:t>
        <a:bodyPr/>
        <a:lstStyle/>
        <a:p>
          <a:endParaRPr lang="en-US"/>
        </a:p>
      </dgm:t>
    </dgm:pt>
    <dgm:pt modelId="{BBEC7219-F637-4A95-9E71-3EFD4E9F6B8E}" type="sibTrans" cxnId="{F37701D0-9DEB-48D7-BCEE-4627ECDE4613}">
      <dgm:prSet/>
      <dgm:spPr/>
      <dgm:t>
        <a:bodyPr/>
        <a:lstStyle/>
        <a:p>
          <a:endParaRPr lang="en-US"/>
        </a:p>
      </dgm:t>
    </dgm:pt>
    <dgm:pt modelId="{CED811BF-42C4-4B8F-8101-CB271FBD8DAA}">
      <dgm:prSet/>
      <dgm:spPr/>
      <dgm:t>
        <a:bodyPr/>
        <a:lstStyle/>
        <a:p>
          <a:r>
            <a:rPr lang="pt-BR" b="0" i="0" noProof="0" dirty="0"/>
            <a:t>Seleção de componentes eletrônicos</a:t>
          </a:r>
          <a:endParaRPr lang="pt-BR" noProof="0" dirty="0"/>
        </a:p>
      </dgm:t>
    </dgm:pt>
    <dgm:pt modelId="{15BCBACD-AB93-4C41-A431-102D06DEA7A3}" type="parTrans" cxnId="{C02C1F87-B498-42E8-8DEE-88F3A0F96515}">
      <dgm:prSet/>
      <dgm:spPr/>
      <dgm:t>
        <a:bodyPr/>
        <a:lstStyle/>
        <a:p>
          <a:endParaRPr lang="en-US"/>
        </a:p>
      </dgm:t>
    </dgm:pt>
    <dgm:pt modelId="{E75567D1-7241-4ADD-B7C9-BC9590A74835}" type="sibTrans" cxnId="{C02C1F87-B498-42E8-8DEE-88F3A0F96515}">
      <dgm:prSet/>
      <dgm:spPr/>
      <dgm:t>
        <a:bodyPr/>
        <a:lstStyle/>
        <a:p>
          <a:endParaRPr lang="en-US"/>
        </a:p>
      </dgm:t>
    </dgm:pt>
    <dgm:pt modelId="{2E79541A-5F7D-4620-A044-525BFD63CAF6}">
      <dgm:prSet/>
      <dgm:spPr/>
      <dgm:t>
        <a:bodyPr/>
        <a:lstStyle/>
        <a:p>
          <a:r>
            <a:rPr lang="pt-BR" b="0" i="0" noProof="0" dirty="0"/>
            <a:t>Integração de sistemas</a:t>
          </a:r>
          <a:endParaRPr lang="pt-BR" noProof="0" dirty="0"/>
        </a:p>
      </dgm:t>
    </dgm:pt>
    <dgm:pt modelId="{590A577C-AC1C-4A14-81EE-DBDEFAFF7554}" type="parTrans" cxnId="{073D95C9-61E6-4749-A36C-2241C0D59231}">
      <dgm:prSet/>
      <dgm:spPr/>
      <dgm:t>
        <a:bodyPr/>
        <a:lstStyle/>
        <a:p>
          <a:endParaRPr lang="en-US"/>
        </a:p>
      </dgm:t>
    </dgm:pt>
    <dgm:pt modelId="{017EA271-76BA-4B85-B582-89CD01FA10A0}" type="sibTrans" cxnId="{073D95C9-61E6-4749-A36C-2241C0D59231}">
      <dgm:prSet/>
      <dgm:spPr/>
      <dgm:t>
        <a:bodyPr/>
        <a:lstStyle/>
        <a:p>
          <a:endParaRPr lang="en-US"/>
        </a:p>
      </dgm:t>
    </dgm:pt>
    <dgm:pt modelId="{A1CDDEB0-F917-4C32-8DF7-FB63963ED0EB}">
      <dgm:prSet/>
      <dgm:spPr/>
      <dgm:t>
        <a:bodyPr/>
        <a:lstStyle/>
        <a:p>
          <a:r>
            <a:rPr lang="pt-BR" b="1" i="0" noProof="0" dirty="0"/>
            <a:t>Computação e Redes</a:t>
          </a:r>
          <a:endParaRPr lang="pt-BR" noProof="0" dirty="0"/>
        </a:p>
      </dgm:t>
    </dgm:pt>
    <dgm:pt modelId="{A4294AD6-4EF9-4F1E-857A-82480B52ADCD}" type="parTrans" cxnId="{9A0A6859-6C32-47DB-BD17-B36F3194E0DC}">
      <dgm:prSet/>
      <dgm:spPr/>
      <dgm:t>
        <a:bodyPr/>
        <a:lstStyle/>
        <a:p>
          <a:endParaRPr lang="en-US"/>
        </a:p>
      </dgm:t>
    </dgm:pt>
    <dgm:pt modelId="{6DE229C5-BC7D-4F73-8293-0EFEC5AA63E4}" type="sibTrans" cxnId="{9A0A6859-6C32-47DB-BD17-B36F3194E0DC}">
      <dgm:prSet/>
      <dgm:spPr/>
      <dgm:t>
        <a:bodyPr/>
        <a:lstStyle/>
        <a:p>
          <a:endParaRPr lang="en-US"/>
        </a:p>
      </dgm:t>
    </dgm:pt>
    <dgm:pt modelId="{9A3A9F70-930F-44DA-8692-F0B7BB20F132}">
      <dgm:prSet/>
      <dgm:spPr/>
      <dgm:t>
        <a:bodyPr/>
        <a:lstStyle/>
        <a:p>
          <a:r>
            <a:rPr lang="pt-BR" b="0" i="0" noProof="0" dirty="0"/>
            <a:t>Processadores e microcontroladores</a:t>
          </a:r>
          <a:endParaRPr lang="pt-BR" noProof="0" dirty="0"/>
        </a:p>
      </dgm:t>
    </dgm:pt>
    <dgm:pt modelId="{4717477D-D0A3-4E3B-A42B-D678D65533CD}" type="parTrans" cxnId="{7A877F36-4D15-4CFD-AD70-D6D74FACFC85}">
      <dgm:prSet/>
      <dgm:spPr/>
      <dgm:t>
        <a:bodyPr/>
        <a:lstStyle/>
        <a:p>
          <a:endParaRPr lang="en-US"/>
        </a:p>
      </dgm:t>
    </dgm:pt>
    <dgm:pt modelId="{5F08DCF7-CD7A-4646-8E36-1F9127785DE5}" type="sibTrans" cxnId="{7A877F36-4D15-4CFD-AD70-D6D74FACFC85}">
      <dgm:prSet/>
      <dgm:spPr/>
      <dgm:t>
        <a:bodyPr/>
        <a:lstStyle/>
        <a:p>
          <a:endParaRPr lang="en-US"/>
        </a:p>
      </dgm:t>
    </dgm:pt>
    <dgm:pt modelId="{ECCF71AE-80A4-4115-8D1A-740D5B632A8D}">
      <dgm:prSet/>
      <dgm:spPr/>
      <dgm:t>
        <a:bodyPr/>
        <a:lstStyle/>
        <a:p>
          <a:r>
            <a:rPr lang="pt-BR" b="0" i="0" noProof="0" dirty="0"/>
            <a:t>Redes de comunicação e protocolos</a:t>
          </a:r>
          <a:endParaRPr lang="pt-BR" noProof="0" dirty="0"/>
        </a:p>
      </dgm:t>
    </dgm:pt>
    <dgm:pt modelId="{8D7B0C01-4BF1-4587-B19E-D7E8212DC756}" type="parTrans" cxnId="{780AE10E-FAE5-4429-9B32-469DF7C19946}">
      <dgm:prSet/>
      <dgm:spPr/>
      <dgm:t>
        <a:bodyPr/>
        <a:lstStyle/>
        <a:p>
          <a:endParaRPr lang="en-US"/>
        </a:p>
      </dgm:t>
    </dgm:pt>
    <dgm:pt modelId="{4E2BD942-120E-43F6-A767-8AB5ED382FAE}" type="sibTrans" cxnId="{780AE10E-FAE5-4429-9B32-469DF7C19946}">
      <dgm:prSet/>
      <dgm:spPr/>
      <dgm:t>
        <a:bodyPr/>
        <a:lstStyle/>
        <a:p>
          <a:endParaRPr lang="en-US"/>
        </a:p>
      </dgm:t>
    </dgm:pt>
    <dgm:pt modelId="{428903E5-869E-4F3D-8EC6-62BBED5E1659}">
      <dgm:prSet/>
      <dgm:spPr/>
      <dgm:t>
        <a:bodyPr/>
        <a:lstStyle/>
        <a:p>
          <a:r>
            <a:rPr lang="pt-BR" b="0" i="0" noProof="0" dirty="0"/>
            <a:t>Sistemas operacionais e software embarcado</a:t>
          </a:r>
          <a:endParaRPr lang="pt-BR" noProof="0" dirty="0"/>
        </a:p>
      </dgm:t>
    </dgm:pt>
    <dgm:pt modelId="{11EB63D1-DB26-4133-B8A0-78B27EBFF6DF}" type="parTrans" cxnId="{84E33BB5-05D4-4A9D-925B-A9D2E7D4C5B7}">
      <dgm:prSet/>
      <dgm:spPr/>
      <dgm:t>
        <a:bodyPr/>
        <a:lstStyle/>
        <a:p>
          <a:endParaRPr lang="en-US"/>
        </a:p>
      </dgm:t>
    </dgm:pt>
    <dgm:pt modelId="{023F3751-08F7-4830-A5DE-12D36BDCE7C6}" type="sibTrans" cxnId="{84E33BB5-05D4-4A9D-925B-A9D2E7D4C5B7}">
      <dgm:prSet/>
      <dgm:spPr/>
      <dgm:t>
        <a:bodyPr/>
        <a:lstStyle/>
        <a:p>
          <a:endParaRPr lang="en-US"/>
        </a:p>
      </dgm:t>
    </dgm:pt>
    <dgm:pt modelId="{B7BA96B9-C5CF-46D2-81B3-FF90E70E46A0}">
      <dgm:prSet/>
      <dgm:spPr/>
      <dgm:t>
        <a:bodyPr/>
        <a:lstStyle/>
        <a:p>
          <a:r>
            <a:rPr lang="pt-BR" b="1" i="0" noProof="0" dirty="0"/>
            <a:t>Sensores e Atuadores</a:t>
          </a:r>
          <a:endParaRPr lang="pt-BR" noProof="0" dirty="0"/>
        </a:p>
      </dgm:t>
    </dgm:pt>
    <dgm:pt modelId="{3146D352-CF94-40DA-86E1-255A1BB79FB2}" type="parTrans" cxnId="{9296B349-A988-4AF2-A8FD-2C1EC49B53D9}">
      <dgm:prSet/>
      <dgm:spPr/>
      <dgm:t>
        <a:bodyPr/>
        <a:lstStyle/>
        <a:p>
          <a:endParaRPr lang="en-US"/>
        </a:p>
      </dgm:t>
    </dgm:pt>
    <dgm:pt modelId="{40F75832-D846-4A35-9EDC-CB768A504DA3}" type="sibTrans" cxnId="{9296B349-A988-4AF2-A8FD-2C1EC49B53D9}">
      <dgm:prSet/>
      <dgm:spPr/>
      <dgm:t>
        <a:bodyPr/>
        <a:lstStyle/>
        <a:p>
          <a:endParaRPr lang="en-US"/>
        </a:p>
      </dgm:t>
    </dgm:pt>
    <dgm:pt modelId="{98B34FDD-8EB4-41A3-9414-2E87685DAF6E}">
      <dgm:prSet/>
      <dgm:spPr/>
      <dgm:t>
        <a:bodyPr/>
        <a:lstStyle/>
        <a:p>
          <a:r>
            <a:rPr lang="pt-BR" b="0" i="0" noProof="0" dirty="0"/>
            <a:t>Seleção e integração de sensores (por exemplo, sensores de distância, sensores de temperatura)</a:t>
          </a:r>
          <a:endParaRPr lang="pt-BR" noProof="0" dirty="0"/>
        </a:p>
      </dgm:t>
    </dgm:pt>
    <dgm:pt modelId="{8BB92A81-D154-4307-8B5F-A5F287339367}" type="parTrans" cxnId="{32789025-F79B-40AA-AFEC-E65F0275E92D}">
      <dgm:prSet/>
      <dgm:spPr/>
      <dgm:t>
        <a:bodyPr/>
        <a:lstStyle/>
        <a:p>
          <a:endParaRPr lang="en-US"/>
        </a:p>
      </dgm:t>
    </dgm:pt>
    <dgm:pt modelId="{6892E6FB-B4A9-46AD-85A5-47ED521C6253}" type="sibTrans" cxnId="{32789025-F79B-40AA-AFEC-E65F0275E92D}">
      <dgm:prSet/>
      <dgm:spPr/>
      <dgm:t>
        <a:bodyPr/>
        <a:lstStyle/>
        <a:p>
          <a:endParaRPr lang="en-US"/>
        </a:p>
      </dgm:t>
    </dgm:pt>
    <dgm:pt modelId="{8CF4D1BB-88E5-4C37-857F-2DA6077FAFBF}">
      <dgm:prSet/>
      <dgm:spPr/>
      <dgm:t>
        <a:bodyPr/>
        <a:lstStyle/>
        <a:p>
          <a:r>
            <a:rPr lang="pt-BR" b="0" i="0" noProof="0" dirty="0"/>
            <a:t>Atuadores (por exemplo, motores, servos)</a:t>
          </a:r>
          <a:endParaRPr lang="pt-BR" noProof="0" dirty="0"/>
        </a:p>
      </dgm:t>
    </dgm:pt>
    <dgm:pt modelId="{F828050E-2A12-4FC3-BB1C-92C51952D09D}" type="parTrans" cxnId="{88CCA0DA-F970-4B36-A355-9C7F58274AA7}">
      <dgm:prSet/>
      <dgm:spPr/>
      <dgm:t>
        <a:bodyPr/>
        <a:lstStyle/>
        <a:p>
          <a:endParaRPr lang="en-US"/>
        </a:p>
      </dgm:t>
    </dgm:pt>
    <dgm:pt modelId="{5BA16A64-BC1D-420D-8125-72A0511BF617}" type="sibTrans" cxnId="{88CCA0DA-F970-4B36-A355-9C7F58274AA7}">
      <dgm:prSet/>
      <dgm:spPr/>
      <dgm:t>
        <a:bodyPr/>
        <a:lstStyle/>
        <a:p>
          <a:endParaRPr lang="en-US"/>
        </a:p>
      </dgm:t>
    </dgm:pt>
    <dgm:pt modelId="{DA70DAF4-A219-4A09-A7FD-C0D2AC22CB41}">
      <dgm:prSet/>
      <dgm:spPr/>
      <dgm:t>
        <a:bodyPr/>
        <a:lstStyle/>
        <a:p>
          <a:r>
            <a:rPr lang="pt-BR" b="1" i="0" noProof="0" dirty="0"/>
            <a:t>Controle</a:t>
          </a:r>
          <a:endParaRPr lang="pt-BR" noProof="0" dirty="0"/>
        </a:p>
      </dgm:t>
    </dgm:pt>
    <dgm:pt modelId="{21F5C812-1FA6-44A8-A68E-80ADDE197159}" type="parTrans" cxnId="{53B99B23-1724-47CA-AAC4-A7A959188B05}">
      <dgm:prSet/>
      <dgm:spPr/>
      <dgm:t>
        <a:bodyPr/>
        <a:lstStyle/>
        <a:p>
          <a:endParaRPr lang="en-US"/>
        </a:p>
      </dgm:t>
    </dgm:pt>
    <dgm:pt modelId="{68E8BC14-F4ED-495E-8D29-F891DFCED9CF}" type="sibTrans" cxnId="{53B99B23-1724-47CA-AAC4-A7A959188B05}">
      <dgm:prSet/>
      <dgm:spPr/>
      <dgm:t>
        <a:bodyPr/>
        <a:lstStyle/>
        <a:p>
          <a:endParaRPr lang="en-US"/>
        </a:p>
      </dgm:t>
    </dgm:pt>
    <dgm:pt modelId="{50AADF6A-B1AE-4372-8428-14E5C31891C4}">
      <dgm:prSet/>
      <dgm:spPr/>
      <dgm:t>
        <a:bodyPr/>
        <a:lstStyle/>
        <a:p>
          <a:r>
            <a:rPr lang="pt-BR" b="0" i="0" noProof="0" dirty="0"/>
            <a:t>Teoria de controle</a:t>
          </a:r>
          <a:endParaRPr lang="pt-BR" noProof="0" dirty="0"/>
        </a:p>
      </dgm:t>
    </dgm:pt>
    <dgm:pt modelId="{ED80E93E-1EB6-4928-A9F5-F8C628E3A694}" type="parTrans" cxnId="{89C53E8F-71EC-4A90-A2FF-04A2ABCC5147}">
      <dgm:prSet/>
      <dgm:spPr/>
      <dgm:t>
        <a:bodyPr/>
        <a:lstStyle/>
        <a:p>
          <a:endParaRPr lang="en-US"/>
        </a:p>
      </dgm:t>
    </dgm:pt>
    <dgm:pt modelId="{68492DF8-999F-4C24-8561-DACDAD192DCE}" type="sibTrans" cxnId="{89C53E8F-71EC-4A90-A2FF-04A2ABCC5147}">
      <dgm:prSet/>
      <dgm:spPr/>
      <dgm:t>
        <a:bodyPr/>
        <a:lstStyle/>
        <a:p>
          <a:endParaRPr lang="en-US"/>
        </a:p>
      </dgm:t>
    </dgm:pt>
    <dgm:pt modelId="{E38581D2-2E58-4786-892B-7AF1B17CE076}">
      <dgm:prSet/>
      <dgm:spPr/>
      <dgm:t>
        <a:bodyPr/>
        <a:lstStyle/>
        <a:p>
          <a:r>
            <a:rPr lang="pt-BR" b="0" i="0" noProof="0" dirty="0"/>
            <a:t>Algoritmos de controle (por exemplo, PID)</a:t>
          </a:r>
          <a:endParaRPr lang="pt-BR" noProof="0" dirty="0"/>
        </a:p>
      </dgm:t>
    </dgm:pt>
    <dgm:pt modelId="{391F21A2-5B3C-4452-8D0A-15019EDD7F4D}" type="parTrans" cxnId="{EF98306B-96C6-44F3-BCC6-EA7231564A89}">
      <dgm:prSet/>
      <dgm:spPr/>
      <dgm:t>
        <a:bodyPr/>
        <a:lstStyle/>
        <a:p>
          <a:endParaRPr lang="en-US"/>
        </a:p>
      </dgm:t>
    </dgm:pt>
    <dgm:pt modelId="{1997B2E3-01E3-419A-960E-5FDCC7A4DC74}" type="sibTrans" cxnId="{EF98306B-96C6-44F3-BCC6-EA7231564A89}">
      <dgm:prSet/>
      <dgm:spPr/>
      <dgm:t>
        <a:bodyPr/>
        <a:lstStyle/>
        <a:p>
          <a:endParaRPr lang="en-US"/>
        </a:p>
      </dgm:t>
    </dgm:pt>
    <dgm:pt modelId="{B1D157EB-F99D-4DE8-8CA2-D87C6F33104C}">
      <dgm:prSet/>
      <dgm:spPr/>
      <dgm:t>
        <a:bodyPr/>
        <a:lstStyle/>
        <a:p>
          <a:r>
            <a:rPr lang="pt-BR" b="0" i="0" noProof="0" dirty="0"/>
            <a:t>Controle em tempo real</a:t>
          </a:r>
          <a:endParaRPr lang="pt-BR" noProof="0" dirty="0"/>
        </a:p>
      </dgm:t>
    </dgm:pt>
    <dgm:pt modelId="{505E03F3-B2F4-425F-B403-09A4191336BB}" type="parTrans" cxnId="{BD0ACE35-9197-4D6D-8DB7-D7B9E47FA766}">
      <dgm:prSet/>
      <dgm:spPr/>
      <dgm:t>
        <a:bodyPr/>
        <a:lstStyle/>
        <a:p>
          <a:endParaRPr lang="en-US"/>
        </a:p>
      </dgm:t>
    </dgm:pt>
    <dgm:pt modelId="{A6A379A0-909A-4562-B5DE-DB32FC6F8FF2}" type="sibTrans" cxnId="{BD0ACE35-9197-4D6D-8DB7-D7B9E47FA766}">
      <dgm:prSet/>
      <dgm:spPr/>
      <dgm:t>
        <a:bodyPr/>
        <a:lstStyle/>
        <a:p>
          <a:endParaRPr lang="en-US"/>
        </a:p>
      </dgm:t>
    </dgm:pt>
    <dgm:pt modelId="{863DDAB7-ED31-4A18-AC4B-EA5C6CC4514D}">
      <dgm:prSet/>
      <dgm:spPr/>
      <dgm:t>
        <a:bodyPr/>
        <a:lstStyle/>
        <a:p>
          <a:r>
            <a:rPr lang="pt-BR" b="1" i="0" noProof="0" dirty="0"/>
            <a:t>Planejamento e Seleção de Ações</a:t>
          </a:r>
          <a:endParaRPr lang="pt-BR" noProof="0" dirty="0"/>
        </a:p>
      </dgm:t>
    </dgm:pt>
    <dgm:pt modelId="{7FACC9F7-6AB4-4365-A8D4-745C30625B31}" type="parTrans" cxnId="{05F2078F-24BD-4FC6-B2B6-75B0C6ABA2AE}">
      <dgm:prSet/>
      <dgm:spPr/>
      <dgm:t>
        <a:bodyPr/>
        <a:lstStyle/>
        <a:p>
          <a:endParaRPr lang="en-US"/>
        </a:p>
      </dgm:t>
    </dgm:pt>
    <dgm:pt modelId="{2667CB33-2F30-467A-B4B2-8D5B576EE3F8}" type="sibTrans" cxnId="{05F2078F-24BD-4FC6-B2B6-75B0C6ABA2AE}">
      <dgm:prSet/>
      <dgm:spPr/>
      <dgm:t>
        <a:bodyPr/>
        <a:lstStyle/>
        <a:p>
          <a:endParaRPr lang="en-US"/>
        </a:p>
      </dgm:t>
    </dgm:pt>
    <dgm:pt modelId="{B594109C-9944-46A4-B1D1-6281F4D74756}">
      <dgm:prSet/>
      <dgm:spPr/>
      <dgm:t>
        <a:bodyPr/>
        <a:lstStyle/>
        <a:p>
          <a:r>
            <a:rPr lang="pt-BR" b="0" i="0" noProof="0" dirty="0"/>
            <a:t>Algoritmos de planejamento de trajetória</a:t>
          </a:r>
          <a:endParaRPr lang="pt-BR" noProof="0" dirty="0"/>
        </a:p>
      </dgm:t>
    </dgm:pt>
    <dgm:pt modelId="{DEF80781-85B8-419F-83F5-BAF1455D5E84}" type="parTrans" cxnId="{8AA6762D-78DA-46CD-9E9D-23AF3A575050}">
      <dgm:prSet/>
      <dgm:spPr/>
      <dgm:t>
        <a:bodyPr/>
        <a:lstStyle/>
        <a:p>
          <a:endParaRPr lang="en-US"/>
        </a:p>
      </dgm:t>
    </dgm:pt>
    <dgm:pt modelId="{768325E6-1D10-42E9-97DD-0D1C7E0311B9}" type="sibTrans" cxnId="{8AA6762D-78DA-46CD-9E9D-23AF3A575050}">
      <dgm:prSet/>
      <dgm:spPr/>
      <dgm:t>
        <a:bodyPr/>
        <a:lstStyle/>
        <a:p>
          <a:endParaRPr lang="en-US"/>
        </a:p>
      </dgm:t>
    </dgm:pt>
    <dgm:pt modelId="{676542C0-3E27-4249-9DD0-A3DC1D5DD9E2}">
      <dgm:prSet/>
      <dgm:spPr/>
      <dgm:t>
        <a:bodyPr/>
        <a:lstStyle/>
        <a:p>
          <a:r>
            <a:rPr lang="pt-BR" b="0" i="0" noProof="0" dirty="0"/>
            <a:t>Tomada de decisão autônoma</a:t>
          </a:r>
          <a:endParaRPr lang="pt-BR" noProof="0" dirty="0"/>
        </a:p>
      </dgm:t>
    </dgm:pt>
    <dgm:pt modelId="{7DFED48B-D6F3-441C-80B3-32A8C3369482}" type="parTrans" cxnId="{AF263425-C242-4D2C-9917-C546FC4612D5}">
      <dgm:prSet/>
      <dgm:spPr/>
      <dgm:t>
        <a:bodyPr/>
        <a:lstStyle/>
        <a:p>
          <a:endParaRPr lang="en-US"/>
        </a:p>
      </dgm:t>
    </dgm:pt>
    <dgm:pt modelId="{4543340F-BCC6-4A74-BC75-2E820F2B1B89}" type="sibTrans" cxnId="{AF263425-C242-4D2C-9917-C546FC4612D5}">
      <dgm:prSet/>
      <dgm:spPr/>
      <dgm:t>
        <a:bodyPr/>
        <a:lstStyle/>
        <a:p>
          <a:endParaRPr lang="en-US"/>
        </a:p>
      </dgm:t>
    </dgm:pt>
    <dgm:pt modelId="{AD107536-D25C-4D68-9381-B8411FE6D564}">
      <dgm:prSet/>
      <dgm:spPr/>
      <dgm:t>
        <a:bodyPr/>
        <a:lstStyle/>
        <a:p>
          <a:r>
            <a:rPr lang="pt-BR" b="0" i="0" noProof="0" dirty="0"/>
            <a:t>Aprendizado de máquina e IA para seleção de ações</a:t>
          </a:r>
          <a:endParaRPr lang="pt-BR" noProof="0" dirty="0"/>
        </a:p>
      </dgm:t>
    </dgm:pt>
    <dgm:pt modelId="{48A8EF4D-BD22-4666-957E-3F2D3ACB64F8}" type="parTrans" cxnId="{285E2282-2818-40B7-9D26-18C361614890}">
      <dgm:prSet/>
      <dgm:spPr/>
      <dgm:t>
        <a:bodyPr/>
        <a:lstStyle/>
        <a:p>
          <a:endParaRPr lang="en-US"/>
        </a:p>
      </dgm:t>
    </dgm:pt>
    <dgm:pt modelId="{38089753-D396-454E-8300-6C7D1E1B36C3}" type="sibTrans" cxnId="{285E2282-2818-40B7-9D26-18C361614890}">
      <dgm:prSet/>
      <dgm:spPr/>
      <dgm:t>
        <a:bodyPr/>
        <a:lstStyle/>
        <a:p>
          <a:endParaRPr lang="en-US"/>
        </a:p>
      </dgm:t>
    </dgm:pt>
    <dgm:pt modelId="{72EE30CB-1CCF-48CE-9823-7948A76F1062}">
      <dgm:prSet/>
      <dgm:spPr/>
      <dgm:t>
        <a:bodyPr/>
        <a:lstStyle/>
        <a:p>
          <a:r>
            <a:rPr lang="pt-BR" b="1" i="0" noProof="0" dirty="0"/>
            <a:t>Visão Robótica</a:t>
          </a:r>
          <a:endParaRPr lang="pt-BR" noProof="0" dirty="0"/>
        </a:p>
      </dgm:t>
    </dgm:pt>
    <dgm:pt modelId="{2704FA7D-300B-4FB3-BCD0-67709A49F855}" type="parTrans" cxnId="{C5B709E7-3C4B-4FF5-AC1B-C225CB1E8B14}">
      <dgm:prSet/>
      <dgm:spPr/>
      <dgm:t>
        <a:bodyPr/>
        <a:lstStyle/>
        <a:p>
          <a:endParaRPr lang="en-US"/>
        </a:p>
      </dgm:t>
    </dgm:pt>
    <dgm:pt modelId="{65E6CE9D-FB4F-4DC7-BB76-730C28625CD4}" type="sibTrans" cxnId="{C5B709E7-3C4B-4FF5-AC1B-C225CB1E8B14}">
      <dgm:prSet/>
      <dgm:spPr/>
      <dgm:t>
        <a:bodyPr/>
        <a:lstStyle/>
        <a:p>
          <a:endParaRPr lang="en-US"/>
        </a:p>
      </dgm:t>
    </dgm:pt>
    <dgm:pt modelId="{EFCA0CD0-D8AE-43F1-B194-48B8C3B2BA4F}">
      <dgm:prSet/>
      <dgm:spPr/>
      <dgm:t>
        <a:bodyPr/>
        <a:lstStyle/>
        <a:p>
          <a:r>
            <a:rPr lang="pt-BR" b="0" i="0" noProof="0" dirty="0"/>
            <a:t>Processamento de imagem</a:t>
          </a:r>
          <a:endParaRPr lang="pt-BR" noProof="0" dirty="0"/>
        </a:p>
      </dgm:t>
    </dgm:pt>
    <dgm:pt modelId="{93DE6F7A-9E48-4D97-BC6F-371537E9E9CD}" type="parTrans" cxnId="{0E8327F9-89D6-4E54-BEDB-B3956CF4C70D}">
      <dgm:prSet/>
      <dgm:spPr/>
      <dgm:t>
        <a:bodyPr/>
        <a:lstStyle/>
        <a:p>
          <a:endParaRPr lang="en-US"/>
        </a:p>
      </dgm:t>
    </dgm:pt>
    <dgm:pt modelId="{306B243A-36CC-430A-9567-205DFAFDE0ED}" type="sibTrans" cxnId="{0E8327F9-89D6-4E54-BEDB-B3956CF4C70D}">
      <dgm:prSet/>
      <dgm:spPr/>
      <dgm:t>
        <a:bodyPr/>
        <a:lstStyle/>
        <a:p>
          <a:endParaRPr lang="en-US"/>
        </a:p>
      </dgm:t>
    </dgm:pt>
    <dgm:pt modelId="{11B78B68-8522-4CE5-9C89-4C784E295CE3}">
      <dgm:prSet/>
      <dgm:spPr/>
      <dgm:t>
        <a:bodyPr/>
        <a:lstStyle/>
        <a:p>
          <a:r>
            <a:rPr lang="pt-BR" b="0" i="0" noProof="0" dirty="0"/>
            <a:t>Reconhecimento de objetos</a:t>
          </a:r>
          <a:endParaRPr lang="pt-BR" noProof="0" dirty="0"/>
        </a:p>
      </dgm:t>
    </dgm:pt>
    <dgm:pt modelId="{83BBCE4D-C01D-4B61-8780-CACDC5F91F60}" type="parTrans" cxnId="{0C5F748B-9C92-4163-B0F6-C78DE2E90E10}">
      <dgm:prSet/>
      <dgm:spPr/>
      <dgm:t>
        <a:bodyPr/>
        <a:lstStyle/>
        <a:p>
          <a:endParaRPr lang="en-US"/>
        </a:p>
      </dgm:t>
    </dgm:pt>
    <dgm:pt modelId="{783C5C81-A708-45D3-BD8C-67975A54C05F}" type="sibTrans" cxnId="{0C5F748B-9C92-4163-B0F6-C78DE2E90E10}">
      <dgm:prSet/>
      <dgm:spPr/>
      <dgm:t>
        <a:bodyPr/>
        <a:lstStyle/>
        <a:p>
          <a:endParaRPr lang="en-US"/>
        </a:p>
      </dgm:t>
    </dgm:pt>
    <dgm:pt modelId="{8C0F97B1-4406-4BBA-A4B5-D1E978C25938}">
      <dgm:prSet/>
      <dgm:spPr/>
      <dgm:t>
        <a:bodyPr/>
        <a:lstStyle/>
        <a:p>
          <a:r>
            <a:rPr lang="pt-BR" b="0" i="0" noProof="0" dirty="0"/>
            <a:t>Navegação baseada em visão</a:t>
          </a:r>
          <a:endParaRPr lang="pt-BR" noProof="0" dirty="0"/>
        </a:p>
      </dgm:t>
    </dgm:pt>
    <dgm:pt modelId="{C5DFDB1A-B0D0-4508-B01F-0E772EB80032}" type="parTrans" cxnId="{E5178665-78C4-461D-A9F8-C4B5F8CBB9F8}">
      <dgm:prSet/>
      <dgm:spPr/>
      <dgm:t>
        <a:bodyPr/>
        <a:lstStyle/>
        <a:p>
          <a:endParaRPr lang="en-US"/>
        </a:p>
      </dgm:t>
    </dgm:pt>
    <dgm:pt modelId="{31134E90-3883-4186-9655-8BC0B2405BBD}" type="sibTrans" cxnId="{E5178665-78C4-461D-A9F8-C4B5F8CBB9F8}">
      <dgm:prSet/>
      <dgm:spPr/>
      <dgm:t>
        <a:bodyPr/>
        <a:lstStyle/>
        <a:p>
          <a:endParaRPr lang="en-US"/>
        </a:p>
      </dgm:t>
    </dgm:pt>
    <dgm:pt modelId="{DE7CB2B0-27AC-4EE9-A9DE-42382117E83D}">
      <dgm:prSet/>
      <dgm:spPr/>
      <dgm:t>
        <a:bodyPr/>
        <a:lstStyle/>
        <a:p>
          <a:r>
            <a:rPr lang="pt-BR" b="1" i="0" noProof="0" dirty="0"/>
            <a:t>Interação Humano-Robô</a:t>
          </a:r>
          <a:endParaRPr lang="pt-BR" noProof="0" dirty="0"/>
        </a:p>
      </dgm:t>
    </dgm:pt>
    <dgm:pt modelId="{96141F8D-510B-4CF1-AF9A-2642A8F8EF82}" type="parTrans" cxnId="{079AD2A3-425A-4F42-A665-00404B347405}">
      <dgm:prSet/>
      <dgm:spPr/>
      <dgm:t>
        <a:bodyPr/>
        <a:lstStyle/>
        <a:p>
          <a:endParaRPr lang="en-US"/>
        </a:p>
      </dgm:t>
    </dgm:pt>
    <dgm:pt modelId="{DFB47196-C5BC-4750-948B-9F3507D4C8D5}" type="sibTrans" cxnId="{079AD2A3-425A-4F42-A665-00404B347405}">
      <dgm:prSet/>
      <dgm:spPr/>
      <dgm:t>
        <a:bodyPr/>
        <a:lstStyle/>
        <a:p>
          <a:endParaRPr lang="en-US"/>
        </a:p>
      </dgm:t>
    </dgm:pt>
    <dgm:pt modelId="{58ACFBCF-796B-427C-9DF4-B74FC50101D1}">
      <dgm:prSet/>
      <dgm:spPr/>
      <dgm:t>
        <a:bodyPr/>
        <a:lstStyle/>
        <a:p>
          <a:r>
            <a:rPr lang="pt-BR" b="0" i="0" noProof="0" dirty="0"/>
            <a:t>Design de interface do usuário</a:t>
          </a:r>
          <a:endParaRPr lang="pt-BR" noProof="0" dirty="0"/>
        </a:p>
      </dgm:t>
    </dgm:pt>
    <dgm:pt modelId="{B30F72C7-4815-44B8-8FAA-03B95CBEDF42}" type="parTrans" cxnId="{90402A58-111C-4AAC-8758-1B1EF97045C9}">
      <dgm:prSet/>
      <dgm:spPr/>
      <dgm:t>
        <a:bodyPr/>
        <a:lstStyle/>
        <a:p>
          <a:endParaRPr lang="en-US"/>
        </a:p>
      </dgm:t>
    </dgm:pt>
    <dgm:pt modelId="{A45DFAFE-65F9-4BD4-8D2C-3BDB645BE793}" type="sibTrans" cxnId="{90402A58-111C-4AAC-8758-1B1EF97045C9}">
      <dgm:prSet/>
      <dgm:spPr/>
      <dgm:t>
        <a:bodyPr/>
        <a:lstStyle/>
        <a:p>
          <a:endParaRPr lang="en-US"/>
        </a:p>
      </dgm:t>
    </dgm:pt>
    <dgm:pt modelId="{C8A94567-60A3-4350-8197-9CDCE7292A7E}">
      <dgm:prSet/>
      <dgm:spPr/>
      <dgm:t>
        <a:bodyPr/>
        <a:lstStyle/>
        <a:p>
          <a:r>
            <a:rPr lang="pt-BR" b="0" i="0" noProof="0" dirty="0"/>
            <a:t>Comunicação homem-máquina</a:t>
          </a:r>
          <a:endParaRPr lang="pt-BR" noProof="0" dirty="0"/>
        </a:p>
      </dgm:t>
    </dgm:pt>
    <dgm:pt modelId="{33AEC1B8-3C63-4F85-84EB-680A5FB13CD1}" type="parTrans" cxnId="{074FA25E-9F19-4D8E-B36B-92EEAA57A8AA}">
      <dgm:prSet/>
      <dgm:spPr/>
      <dgm:t>
        <a:bodyPr/>
        <a:lstStyle/>
        <a:p>
          <a:endParaRPr lang="en-US"/>
        </a:p>
      </dgm:t>
    </dgm:pt>
    <dgm:pt modelId="{A93C864F-B9C7-42B0-9CB9-6383D0D6E5E5}" type="sibTrans" cxnId="{074FA25E-9F19-4D8E-B36B-92EEAA57A8AA}">
      <dgm:prSet/>
      <dgm:spPr/>
      <dgm:t>
        <a:bodyPr/>
        <a:lstStyle/>
        <a:p>
          <a:endParaRPr lang="en-US"/>
        </a:p>
      </dgm:t>
    </dgm:pt>
    <dgm:pt modelId="{BC0CA3FA-C1F4-4D01-8630-062B5EC57CA5}">
      <dgm:prSet/>
      <dgm:spPr/>
      <dgm:t>
        <a:bodyPr/>
        <a:lstStyle/>
        <a:p>
          <a:r>
            <a:rPr lang="pt-BR" b="0" i="0" noProof="0" dirty="0"/>
            <a:t>Segurança na interação com humanos</a:t>
          </a:r>
          <a:endParaRPr lang="pt-BR" noProof="0" dirty="0"/>
        </a:p>
      </dgm:t>
    </dgm:pt>
    <dgm:pt modelId="{B58F6F5F-C202-437E-AFC6-74B271316B2E}" type="parTrans" cxnId="{71E0B91E-8198-4C50-B0B7-9ADBD7F6E36B}">
      <dgm:prSet/>
      <dgm:spPr/>
      <dgm:t>
        <a:bodyPr/>
        <a:lstStyle/>
        <a:p>
          <a:endParaRPr lang="en-US"/>
        </a:p>
      </dgm:t>
    </dgm:pt>
    <dgm:pt modelId="{7067305A-691B-4484-9C25-71294A071EA6}" type="sibTrans" cxnId="{71E0B91E-8198-4C50-B0B7-9ADBD7F6E36B}">
      <dgm:prSet/>
      <dgm:spPr/>
      <dgm:t>
        <a:bodyPr/>
        <a:lstStyle/>
        <a:p>
          <a:endParaRPr lang="en-US"/>
        </a:p>
      </dgm:t>
    </dgm:pt>
    <dgm:pt modelId="{8FCE2995-B1E0-4557-9E16-C3713EE050F4}" type="pres">
      <dgm:prSet presAssocID="{D5062F8B-7935-4C8E-BF3B-2EA1E9CD7B9C}" presName="Name0" presStyleCnt="0">
        <dgm:presLayoutVars>
          <dgm:dir/>
          <dgm:animLvl val="lvl"/>
          <dgm:resizeHandles val="exact"/>
        </dgm:presLayoutVars>
      </dgm:prSet>
      <dgm:spPr/>
    </dgm:pt>
    <dgm:pt modelId="{0996AB41-79A3-4AF0-848E-420E2EB59A0C}" type="pres">
      <dgm:prSet presAssocID="{8B6FEA61-AA9D-47D9-9EAE-F7ABEFBA3937}" presName="linNode" presStyleCnt="0"/>
      <dgm:spPr/>
    </dgm:pt>
    <dgm:pt modelId="{E2B4EC07-2D94-425E-869B-097C4BE349A9}" type="pres">
      <dgm:prSet presAssocID="{8B6FEA61-AA9D-47D9-9EAE-F7ABEFBA3937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7AEC6693-EE01-4AC1-90C2-DEF904C2E4CC}" type="pres">
      <dgm:prSet presAssocID="{8B6FEA61-AA9D-47D9-9EAE-F7ABEFBA3937}" presName="descendantText" presStyleLbl="alignAccFollowNode1" presStyleIdx="0" presStyleCnt="8">
        <dgm:presLayoutVars>
          <dgm:bulletEnabled val="1"/>
        </dgm:presLayoutVars>
      </dgm:prSet>
      <dgm:spPr/>
    </dgm:pt>
    <dgm:pt modelId="{8066B07D-B45F-47A0-8332-86A4964187DB}" type="pres">
      <dgm:prSet presAssocID="{F10DCC91-9581-4A11-82EA-35BC685CF0D4}" presName="sp" presStyleCnt="0"/>
      <dgm:spPr/>
    </dgm:pt>
    <dgm:pt modelId="{7E70803B-7ECD-49BF-AE07-78CEC744189B}" type="pres">
      <dgm:prSet presAssocID="{4BFD755B-27F4-4453-B548-235042BDD686}" presName="linNode" presStyleCnt="0"/>
      <dgm:spPr/>
    </dgm:pt>
    <dgm:pt modelId="{E90F5C4C-5E05-4F06-A3F9-1FC645B61C37}" type="pres">
      <dgm:prSet presAssocID="{4BFD755B-27F4-4453-B548-235042BDD686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9FBC2D9B-4DCB-4B6D-82B0-B226CCD6F9C9}" type="pres">
      <dgm:prSet presAssocID="{4BFD755B-27F4-4453-B548-235042BDD686}" presName="descendantText" presStyleLbl="alignAccFollowNode1" presStyleIdx="1" presStyleCnt="8">
        <dgm:presLayoutVars>
          <dgm:bulletEnabled val="1"/>
        </dgm:presLayoutVars>
      </dgm:prSet>
      <dgm:spPr/>
    </dgm:pt>
    <dgm:pt modelId="{6DCC5050-8AEC-4031-ACEC-4F901665B47D}" type="pres">
      <dgm:prSet presAssocID="{0D85EC71-FDBF-4947-A68D-FF6EAC2C9344}" presName="sp" presStyleCnt="0"/>
      <dgm:spPr/>
    </dgm:pt>
    <dgm:pt modelId="{2452E79A-8A1E-4516-A36E-CCC179F1BAD4}" type="pres">
      <dgm:prSet presAssocID="{A1CDDEB0-F917-4C32-8DF7-FB63963ED0EB}" presName="linNode" presStyleCnt="0"/>
      <dgm:spPr/>
    </dgm:pt>
    <dgm:pt modelId="{085787BB-D985-4F5A-8638-FF2E1276611D}" type="pres">
      <dgm:prSet presAssocID="{A1CDDEB0-F917-4C32-8DF7-FB63963ED0EB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3A3C5CF3-FE0C-4C18-8084-566B0CA4D147}" type="pres">
      <dgm:prSet presAssocID="{A1CDDEB0-F917-4C32-8DF7-FB63963ED0EB}" presName="descendantText" presStyleLbl="alignAccFollowNode1" presStyleIdx="2" presStyleCnt="8">
        <dgm:presLayoutVars>
          <dgm:bulletEnabled val="1"/>
        </dgm:presLayoutVars>
      </dgm:prSet>
      <dgm:spPr/>
    </dgm:pt>
    <dgm:pt modelId="{9CDFE046-59EA-450C-A41A-DDFB0F0DBCA0}" type="pres">
      <dgm:prSet presAssocID="{6DE229C5-BC7D-4F73-8293-0EFEC5AA63E4}" presName="sp" presStyleCnt="0"/>
      <dgm:spPr/>
    </dgm:pt>
    <dgm:pt modelId="{B927D662-8D75-4D7A-B11B-0B5AB3F1B575}" type="pres">
      <dgm:prSet presAssocID="{B7BA96B9-C5CF-46D2-81B3-FF90E70E46A0}" presName="linNode" presStyleCnt="0"/>
      <dgm:spPr/>
    </dgm:pt>
    <dgm:pt modelId="{5D9700AC-1CF2-4FA9-85E1-119C6C4B6769}" type="pres">
      <dgm:prSet presAssocID="{B7BA96B9-C5CF-46D2-81B3-FF90E70E46A0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629DA292-C147-424B-B7C6-743010BBAD98}" type="pres">
      <dgm:prSet presAssocID="{B7BA96B9-C5CF-46D2-81B3-FF90E70E46A0}" presName="descendantText" presStyleLbl="alignAccFollowNode1" presStyleIdx="3" presStyleCnt="8">
        <dgm:presLayoutVars>
          <dgm:bulletEnabled val="1"/>
        </dgm:presLayoutVars>
      </dgm:prSet>
      <dgm:spPr/>
    </dgm:pt>
    <dgm:pt modelId="{62B2BA49-6DC3-4106-A93E-8DD61CF5D49C}" type="pres">
      <dgm:prSet presAssocID="{40F75832-D846-4A35-9EDC-CB768A504DA3}" presName="sp" presStyleCnt="0"/>
      <dgm:spPr/>
    </dgm:pt>
    <dgm:pt modelId="{DA6EE6B4-B793-4638-8FE4-2FFFCE2F7458}" type="pres">
      <dgm:prSet presAssocID="{DA70DAF4-A219-4A09-A7FD-C0D2AC22CB41}" presName="linNode" presStyleCnt="0"/>
      <dgm:spPr/>
    </dgm:pt>
    <dgm:pt modelId="{55EB8CE0-344B-4849-8A39-8FCF9A712465}" type="pres">
      <dgm:prSet presAssocID="{DA70DAF4-A219-4A09-A7FD-C0D2AC22CB41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5A1DF56F-913D-4199-B01B-929D5598DF04}" type="pres">
      <dgm:prSet presAssocID="{DA70DAF4-A219-4A09-A7FD-C0D2AC22CB41}" presName="descendantText" presStyleLbl="alignAccFollowNode1" presStyleIdx="4" presStyleCnt="8">
        <dgm:presLayoutVars>
          <dgm:bulletEnabled val="1"/>
        </dgm:presLayoutVars>
      </dgm:prSet>
      <dgm:spPr/>
    </dgm:pt>
    <dgm:pt modelId="{675462AE-BEFE-4BC8-8003-BE42B7770725}" type="pres">
      <dgm:prSet presAssocID="{68E8BC14-F4ED-495E-8D29-F891DFCED9CF}" presName="sp" presStyleCnt="0"/>
      <dgm:spPr/>
    </dgm:pt>
    <dgm:pt modelId="{AEFB63FD-153C-4FD8-A062-804FAFDD7C3C}" type="pres">
      <dgm:prSet presAssocID="{863DDAB7-ED31-4A18-AC4B-EA5C6CC4514D}" presName="linNode" presStyleCnt="0"/>
      <dgm:spPr/>
    </dgm:pt>
    <dgm:pt modelId="{E9F6A10C-D92E-494D-BADC-C882812A064B}" type="pres">
      <dgm:prSet presAssocID="{863DDAB7-ED31-4A18-AC4B-EA5C6CC4514D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75ABEA41-4998-4D42-B37E-00E548820B2A}" type="pres">
      <dgm:prSet presAssocID="{863DDAB7-ED31-4A18-AC4B-EA5C6CC4514D}" presName="descendantText" presStyleLbl="alignAccFollowNode1" presStyleIdx="5" presStyleCnt="8">
        <dgm:presLayoutVars>
          <dgm:bulletEnabled val="1"/>
        </dgm:presLayoutVars>
      </dgm:prSet>
      <dgm:spPr/>
    </dgm:pt>
    <dgm:pt modelId="{55351B9C-9CC3-4C7C-B13E-03BDB9CD362F}" type="pres">
      <dgm:prSet presAssocID="{2667CB33-2F30-467A-B4B2-8D5B576EE3F8}" presName="sp" presStyleCnt="0"/>
      <dgm:spPr/>
    </dgm:pt>
    <dgm:pt modelId="{A7A03528-9AFB-40D1-AF48-11F321166A93}" type="pres">
      <dgm:prSet presAssocID="{72EE30CB-1CCF-48CE-9823-7948A76F1062}" presName="linNode" presStyleCnt="0"/>
      <dgm:spPr/>
    </dgm:pt>
    <dgm:pt modelId="{F36F0AE0-44DA-4622-AF47-AFE1403DC508}" type="pres">
      <dgm:prSet presAssocID="{72EE30CB-1CCF-48CE-9823-7948A76F1062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2FF90DED-7AB8-425F-9E70-4B955F7AB811}" type="pres">
      <dgm:prSet presAssocID="{72EE30CB-1CCF-48CE-9823-7948A76F1062}" presName="descendantText" presStyleLbl="alignAccFollowNode1" presStyleIdx="6" presStyleCnt="8">
        <dgm:presLayoutVars>
          <dgm:bulletEnabled val="1"/>
        </dgm:presLayoutVars>
      </dgm:prSet>
      <dgm:spPr/>
    </dgm:pt>
    <dgm:pt modelId="{3043BD9A-149F-4306-97F1-E4A2201DAE29}" type="pres">
      <dgm:prSet presAssocID="{65E6CE9D-FB4F-4DC7-BB76-730C28625CD4}" presName="sp" presStyleCnt="0"/>
      <dgm:spPr/>
    </dgm:pt>
    <dgm:pt modelId="{3FC28063-C150-440F-AF76-A0C59F6F85F3}" type="pres">
      <dgm:prSet presAssocID="{DE7CB2B0-27AC-4EE9-A9DE-42382117E83D}" presName="linNode" presStyleCnt="0"/>
      <dgm:spPr/>
    </dgm:pt>
    <dgm:pt modelId="{68941AAD-F5D5-4A7E-B2D2-D31BB6778818}" type="pres">
      <dgm:prSet presAssocID="{DE7CB2B0-27AC-4EE9-A9DE-42382117E83D}" presName="parentText" presStyleLbl="node1" presStyleIdx="7" presStyleCnt="8">
        <dgm:presLayoutVars>
          <dgm:chMax val="1"/>
          <dgm:bulletEnabled val="1"/>
        </dgm:presLayoutVars>
      </dgm:prSet>
      <dgm:spPr/>
    </dgm:pt>
    <dgm:pt modelId="{2F5B2F36-C3AE-4B42-BA63-C4E724E8E813}" type="pres">
      <dgm:prSet presAssocID="{DE7CB2B0-27AC-4EE9-A9DE-42382117E83D}" presName="descendantText" presStyleLbl="alignAccFollowNode1" presStyleIdx="7" presStyleCnt="8">
        <dgm:presLayoutVars>
          <dgm:bulletEnabled val="1"/>
        </dgm:presLayoutVars>
      </dgm:prSet>
      <dgm:spPr/>
    </dgm:pt>
  </dgm:ptLst>
  <dgm:cxnLst>
    <dgm:cxn modelId="{77DEEE01-BAA3-4BFB-8595-5D3785725433}" type="presOf" srcId="{96F6BB95-C3CC-4301-8CF8-6FDDB8DF2E82}" destId="{9FBC2D9B-4DCB-4B6D-82B0-B226CCD6F9C9}" srcOrd="0" destOrd="0" presId="urn:microsoft.com/office/officeart/2005/8/layout/vList5"/>
    <dgm:cxn modelId="{492E3E04-57F9-4401-AF9D-742CE86E0130}" type="presOf" srcId="{BC0CA3FA-C1F4-4D01-8630-062B5EC57CA5}" destId="{2F5B2F36-C3AE-4B42-BA63-C4E724E8E813}" srcOrd="0" destOrd="2" presId="urn:microsoft.com/office/officeart/2005/8/layout/vList5"/>
    <dgm:cxn modelId="{780AE10E-FAE5-4429-9B32-469DF7C19946}" srcId="{A1CDDEB0-F917-4C32-8DF7-FB63963ED0EB}" destId="{ECCF71AE-80A4-4115-8D1A-740D5B632A8D}" srcOrd="1" destOrd="0" parTransId="{8D7B0C01-4BF1-4587-B19E-D7E8212DC756}" sibTransId="{4E2BD942-120E-43F6-A767-8AB5ED382FAE}"/>
    <dgm:cxn modelId="{3D2BFB0E-0833-40FA-9657-1E5D1B566142}" type="presOf" srcId="{B594109C-9944-46A4-B1D1-6281F4D74756}" destId="{75ABEA41-4998-4D42-B37E-00E548820B2A}" srcOrd="0" destOrd="0" presId="urn:microsoft.com/office/officeart/2005/8/layout/vList5"/>
    <dgm:cxn modelId="{E85AFC13-3434-4CFD-9681-1D96623F2642}" type="presOf" srcId="{E38581D2-2E58-4786-892B-7AF1B17CE076}" destId="{5A1DF56F-913D-4199-B01B-929D5598DF04}" srcOrd="0" destOrd="1" presId="urn:microsoft.com/office/officeart/2005/8/layout/vList5"/>
    <dgm:cxn modelId="{C2A09219-DC9A-4722-8D0F-F957107648C3}" type="presOf" srcId="{D5062F8B-7935-4C8E-BF3B-2EA1E9CD7B9C}" destId="{8FCE2995-B1E0-4557-9E16-C3713EE050F4}" srcOrd="0" destOrd="0" presId="urn:microsoft.com/office/officeart/2005/8/layout/vList5"/>
    <dgm:cxn modelId="{71E0B91E-8198-4C50-B0B7-9ADBD7F6E36B}" srcId="{DE7CB2B0-27AC-4EE9-A9DE-42382117E83D}" destId="{BC0CA3FA-C1F4-4D01-8630-062B5EC57CA5}" srcOrd="2" destOrd="0" parTransId="{B58F6F5F-C202-437E-AFC6-74B271316B2E}" sibTransId="{7067305A-691B-4484-9C25-71294A071EA6}"/>
    <dgm:cxn modelId="{53B99B23-1724-47CA-AAC4-A7A959188B05}" srcId="{D5062F8B-7935-4C8E-BF3B-2EA1E9CD7B9C}" destId="{DA70DAF4-A219-4A09-A7FD-C0D2AC22CB41}" srcOrd="4" destOrd="0" parTransId="{21F5C812-1FA6-44A8-A68E-80ADDE197159}" sibTransId="{68E8BC14-F4ED-495E-8D29-F891DFCED9CF}"/>
    <dgm:cxn modelId="{AF263425-C242-4D2C-9917-C546FC4612D5}" srcId="{863DDAB7-ED31-4A18-AC4B-EA5C6CC4514D}" destId="{676542C0-3E27-4249-9DD0-A3DC1D5DD9E2}" srcOrd="1" destOrd="0" parTransId="{7DFED48B-D6F3-441C-80B3-32A8C3369482}" sibTransId="{4543340F-BCC6-4A74-BC75-2E820F2B1B89}"/>
    <dgm:cxn modelId="{32789025-F79B-40AA-AFEC-E65F0275E92D}" srcId="{B7BA96B9-C5CF-46D2-81B3-FF90E70E46A0}" destId="{98B34FDD-8EB4-41A3-9414-2E87685DAF6E}" srcOrd="0" destOrd="0" parTransId="{8BB92A81-D154-4307-8B5F-A5F287339367}" sibTransId="{6892E6FB-B4A9-46AD-85A5-47ED521C6253}"/>
    <dgm:cxn modelId="{730EF926-F6AC-450A-BC8C-DD1570262681}" type="presOf" srcId="{9A3A9F70-930F-44DA-8692-F0B7BB20F132}" destId="{3A3C5CF3-FE0C-4C18-8084-566B0CA4D147}" srcOrd="0" destOrd="0" presId="urn:microsoft.com/office/officeart/2005/8/layout/vList5"/>
    <dgm:cxn modelId="{45D51827-804D-48FA-A40E-BA6CD58CE189}" type="presOf" srcId="{428903E5-869E-4F3D-8EC6-62BBED5E1659}" destId="{3A3C5CF3-FE0C-4C18-8084-566B0CA4D147}" srcOrd="0" destOrd="2" presId="urn:microsoft.com/office/officeart/2005/8/layout/vList5"/>
    <dgm:cxn modelId="{8AA6762D-78DA-46CD-9E9D-23AF3A575050}" srcId="{863DDAB7-ED31-4A18-AC4B-EA5C6CC4514D}" destId="{B594109C-9944-46A4-B1D1-6281F4D74756}" srcOrd="0" destOrd="0" parTransId="{DEF80781-85B8-419F-83F5-BAF1455D5E84}" sibTransId="{768325E6-1D10-42E9-97DD-0D1C7E0311B9}"/>
    <dgm:cxn modelId="{2D8DDD34-0DBC-493E-BCDC-4354B5E5D532}" type="presOf" srcId="{AD107536-D25C-4D68-9381-B8411FE6D564}" destId="{75ABEA41-4998-4D42-B37E-00E548820B2A}" srcOrd="0" destOrd="2" presId="urn:microsoft.com/office/officeart/2005/8/layout/vList5"/>
    <dgm:cxn modelId="{EAB44E35-F378-4E1A-8FE1-7977D453A5B7}" type="presOf" srcId="{58ACFBCF-796B-427C-9DF4-B74FC50101D1}" destId="{2F5B2F36-C3AE-4B42-BA63-C4E724E8E813}" srcOrd="0" destOrd="0" presId="urn:microsoft.com/office/officeart/2005/8/layout/vList5"/>
    <dgm:cxn modelId="{BD0ACE35-9197-4D6D-8DB7-D7B9E47FA766}" srcId="{DA70DAF4-A219-4A09-A7FD-C0D2AC22CB41}" destId="{B1D157EB-F99D-4DE8-8CA2-D87C6F33104C}" srcOrd="2" destOrd="0" parTransId="{505E03F3-B2F4-425F-B403-09A4191336BB}" sibTransId="{A6A379A0-909A-4562-B5DE-DB32FC6F8FF2}"/>
    <dgm:cxn modelId="{7A877F36-4D15-4CFD-AD70-D6D74FACFC85}" srcId="{A1CDDEB0-F917-4C32-8DF7-FB63963ED0EB}" destId="{9A3A9F70-930F-44DA-8692-F0B7BB20F132}" srcOrd="0" destOrd="0" parTransId="{4717477D-D0A3-4E3B-A42B-D678D65533CD}" sibTransId="{5F08DCF7-CD7A-4646-8E36-1F9127785DE5}"/>
    <dgm:cxn modelId="{23DDB137-43DE-4AFC-A5DD-701AC8F3647F}" type="presOf" srcId="{DA70DAF4-A219-4A09-A7FD-C0D2AC22CB41}" destId="{55EB8CE0-344B-4849-8A39-8FCF9A712465}" srcOrd="0" destOrd="0" presId="urn:microsoft.com/office/officeart/2005/8/layout/vList5"/>
    <dgm:cxn modelId="{88B85C38-0648-4981-86BD-5EC0749D4449}" type="presOf" srcId="{50AADF6A-B1AE-4372-8428-14E5C31891C4}" destId="{5A1DF56F-913D-4199-B01B-929D5598DF04}" srcOrd="0" destOrd="0" presId="urn:microsoft.com/office/officeart/2005/8/layout/vList5"/>
    <dgm:cxn modelId="{074FA25E-9F19-4D8E-B36B-92EEAA57A8AA}" srcId="{DE7CB2B0-27AC-4EE9-A9DE-42382117E83D}" destId="{C8A94567-60A3-4350-8197-9CDCE7292A7E}" srcOrd="1" destOrd="0" parTransId="{33AEC1B8-3C63-4F85-84EB-680A5FB13CD1}" sibTransId="{A93C864F-B9C7-42B0-9CB9-6383D0D6E5E5}"/>
    <dgm:cxn modelId="{E5178665-78C4-461D-A9F8-C4B5F8CBB9F8}" srcId="{72EE30CB-1CCF-48CE-9823-7948A76F1062}" destId="{8C0F97B1-4406-4BBA-A4B5-D1E978C25938}" srcOrd="2" destOrd="0" parTransId="{C5DFDB1A-B0D0-4508-B01F-0E772EB80032}" sibTransId="{31134E90-3883-4186-9655-8BC0B2405BBD}"/>
    <dgm:cxn modelId="{3631FC48-FB95-4127-B445-E612F1AABE7E}" type="presOf" srcId="{98B34FDD-8EB4-41A3-9414-2E87685DAF6E}" destId="{629DA292-C147-424B-B7C6-743010BBAD98}" srcOrd="0" destOrd="0" presId="urn:microsoft.com/office/officeart/2005/8/layout/vList5"/>
    <dgm:cxn modelId="{9296B349-A988-4AF2-A8FD-2C1EC49B53D9}" srcId="{D5062F8B-7935-4C8E-BF3B-2EA1E9CD7B9C}" destId="{B7BA96B9-C5CF-46D2-81B3-FF90E70E46A0}" srcOrd="3" destOrd="0" parTransId="{3146D352-CF94-40DA-86E1-255A1BB79FB2}" sibTransId="{40F75832-D846-4A35-9EDC-CB768A504DA3}"/>
    <dgm:cxn modelId="{EF98306B-96C6-44F3-BCC6-EA7231564A89}" srcId="{DA70DAF4-A219-4A09-A7FD-C0D2AC22CB41}" destId="{E38581D2-2E58-4786-892B-7AF1B17CE076}" srcOrd="1" destOrd="0" parTransId="{391F21A2-5B3C-4452-8D0A-15019EDD7F4D}" sibTransId="{1997B2E3-01E3-419A-960E-5FDCC7A4DC74}"/>
    <dgm:cxn modelId="{1E913270-1E41-4A0D-891A-C62E33E4DD94}" type="presOf" srcId="{CED811BF-42C4-4B8F-8101-CB271FBD8DAA}" destId="{9FBC2D9B-4DCB-4B6D-82B0-B226CCD6F9C9}" srcOrd="0" destOrd="1" presId="urn:microsoft.com/office/officeart/2005/8/layout/vList5"/>
    <dgm:cxn modelId="{B04BBD51-5156-41BA-AB27-AD9E3CD32738}" type="presOf" srcId="{11B78B68-8522-4CE5-9C89-4C784E295CE3}" destId="{2FF90DED-7AB8-425F-9E70-4B955F7AB811}" srcOrd="0" destOrd="1" presId="urn:microsoft.com/office/officeart/2005/8/layout/vList5"/>
    <dgm:cxn modelId="{7FFC0353-B1E7-4076-8CA6-478A84EDBBCD}" type="presOf" srcId="{ECCF71AE-80A4-4115-8D1A-740D5B632A8D}" destId="{3A3C5CF3-FE0C-4C18-8084-566B0CA4D147}" srcOrd="0" destOrd="1" presId="urn:microsoft.com/office/officeart/2005/8/layout/vList5"/>
    <dgm:cxn modelId="{90402A58-111C-4AAC-8758-1B1EF97045C9}" srcId="{DE7CB2B0-27AC-4EE9-A9DE-42382117E83D}" destId="{58ACFBCF-796B-427C-9DF4-B74FC50101D1}" srcOrd="0" destOrd="0" parTransId="{B30F72C7-4815-44B8-8FAA-03B95CBEDF42}" sibTransId="{A45DFAFE-65F9-4BD4-8D2C-3BDB645BE793}"/>
    <dgm:cxn modelId="{9A0A6859-6C32-47DB-BD17-B36F3194E0DC}" srcId="{D5062F8B-7935-4C8E-BF3B-2EA1E9CD7B9C}" destId="{A1CDDEB0-F917-4C32-8DF7-FB63963ED0EB}" srcOrd="2" destOrd="0" parTransId="{A4294AD6-4EF9-4F1E-857A-82480B52ADCD}" sibTransId="{6DE229C5-BC7D-4F73-8293-0EFEC5AA63E4}"/>
    <dgm:cxn modelId="{0491607D-10BB-4FAE-ACDF-007D5BD15987}" srcId="{8B6FEA61-AA9D-47D9-9EAE-F7ABEFBA3937}" destId="{B8E18015-1BB3-41B7-ACFC-82E7015E8CB6}" srcOrd="2" destOrd="0" parTransId="{F5F12A88-9CB2-4148-B98E-EE2858D4EE65}" sibTransId="{A5DC1A74-730D-418F-AC82-82C4D1B7D4AB}"/>
    <dgm:cxn modelId="{F9F8037F-EA44-45B8-B337-07E6643DA580}" type="presOf" srcId="{863DDAB7-ED31-4A18-AC4B-EA5C6CC4514D}" destId="{E9F6A10C-D92E-494D-BADC-C882812A064B}" srcOrd="0" destOrd="0" presId="urn:microsoft.com/office/officeart/2005/8/layout/vList5"/>
    <dgm:cxn modelId="{285E2282-2818-40B7-9D26-18C361614890}" srcId="{863DDAB7-ED31-4A18-AC4B-EA5C6CC4514D}" destId="{AD107536-D25C-4D68-9381-B8411FE6D564}" srcOrd="2" destOrd="0" parTransId="{48A8EF4D-BD22-4666-957E-3F2D3ACB64F8}" sibTransId="{38089753-D396-454E-8300-6C7D1E1B36C3}"/>
    <dgm:cxn modelId="{C02C1F87-B498-42E8-8DEE-88F3A0F96515}" srcId="{4BFD755B-27F4-4453-B548-235042BDD686}" destId="{CED811BF-42C4-4B8F-8101-CB271FBD8DAA}" srcOrd="1" destOrd="0" parTransId="{15BCBACD-AB93-4C41-A431-102D06DEA7A3}" sibTransId="{E75567D1-7241-4ADD-B7C9-BC9590A74835}"/>
    <dgm:cxn modelId="{E9736D8A-ADAE-4530-B7AB-0AD4237F6267}" type="presOf" srcId="{DE7CB2B0-27AC-4EE9-A9DE-42382117E83D}" destId="{68941AAD-F5D5-4A7E-B2D2-D31BB6778818}" srcOrd="0" destOrd="0" presId="urn:microsoft.com/office/officeart/2005/8/layout/vList5"/>
    <dgm:cxn modelId="{0C5F748B-9C92-4163-B0F6-C78DE2E90E10}" srcId="{72EE30CB-1CCF-48CE-9823-7948A76F1062}" destId="{11B78B68-8522-4CE5-9C89-4C784E295CE3}" srcOrd="1" destOrd="0" parTransId="{83BBCE4D-C01D-4B61-8780-CACDC5F91F60}" sibTransId="{783C5C81-A708-45D3-BD8C-67975A54C05F}"/>
    <dgm:cxn modelId="{DB3E1D8C-69FA-48F1-B039-6F92D7698525}" type="presOf" srcId="{B8E18015-1BB3-41B7-ACFC-82E7015E8CB6}" destId="{7AEC6693-EE01-4AC1-90C2-DEF904C2E4CC}" srcOrd="0" destOrd="2" presId="urn:microsoft.com/office/officeart/2005/8/layout/vList5"/>
    <dgm:cxn modelId="{05F2078F-24BD-4FC6-B2B6-75B0C6ABA2AE}" srcId="{D5062F8B-7935-4C8E-BF3B-2EA1E9CD7B9C}" destId="{863DDAB7-ED31-4A18-AC4B-EA5C6CC4514D}" srcOrd="5" destOrd="0" parTransId="{7FACC9F7-6AB4-4365-A8D4-745C30625B31}" sibTransId="{2667CB33-2F30-467A-B4B2-8D5B576EE3F8}"/>
    <dgm:cxn modelId="{89C53E8F-71EC-4A90-A2FF-04A2ABCC5147}" srcId="{DA70DAF4-A219-4A09-A7FD-C0D2AC22CB41}" destId="{50AADF6A-B1AE-4372-8428-14E5C31891C4}" srcOrd="0" destOrd="0" parTransId="{ED80E93E-1EB6-4928-A9F5-F8C628E3A694}" sibTransId="{68492DF8-999F-4C24-8561-DACDAD192DCE}"/>
    <dgm:cxn modelId="{CD171E99-641D-4D26-8CCC-5128555EDB7B}" type="presOf" srcId="{676542C0-3E27-4249-9DD0-A3DC1D5DD9E2}" destId="{75ABEA41-4998-4D42-B37E-00E548820B2A}" srcOrd="0" destOrd="1" presId="urn:microsoft.com/office/officeart/2005/8/layout/vList5"/>
    <dgm:cxn modelId="{7766C99A-5567-418F-B94D-E485344FF51B}" srcId="{D5062F8B-7935-4C8E-BF3B-2EA1E9CD7B9C}" destId="{4BFD755B-27F4-4453-B548-235042BDD686}" srcOrd="1" destOrd="0" parTransId="{BA29C63C-6713-4BD5-8BDB-5A04D0669209}" sibTransId="{0D85EC71-FDBF-4947-A68D-FF6EAC2C9344}"/>
    <dgm:cxn modelId="{3CFBD09E-1585-435C-ACC8-802624105F3A}" type="presOf" srcId="{4BFD755B-27F4-4453-B548-235042BDD686}" destId="{E90F5C4C-5E05-4F06-A3F9-1FC645B61C37}" srcOrd="0" destOrd="0" presId="urn:microsoft.com/office/officeart/2005/8/layout/vList5"/>
    <dgm:cxn modelId="{19812FA2-0C94-4926-8B7D-34FB732E9237}" srcId="{8B6FEA61-AA9D-47D9-9EAE-F7ABEFBA3937}" destId="{F3EB3165-A973-48B8-A190-E683CD4D2DC9}" srcOrd="1" destOrd="0" parTransId="{6F8F3047-D930-4FE7-95FE-78A5A81F8345}" sibTransId="{9B04278D-7572-4D12-A335-BA1CA308D1C0}"/>
    <dgm:cxn modelId="{079AD2A3-425A-4F42-A665-00404B347405}" srcId="{D5062F8B-7935-4C8E-BF3B-2EA1E9CD7B9C}" destId="{DE7CB2B0-27AC-4EE9-A9DE-42382117E83D}" srcOrd="7" destOrd="0" parTransId="{96141F8D-510B-4CF1-AF9A-2642A8F8EF82}" sibTransId="{DFB47196-C5BC-4750-948B-9F3507D4C8D5}"/>
    <dgm:cxn modelId="{B3DFA4A6-ACC2-4DCB-B384-4EC5E71B17C0}" type="presOf" srcId="{8B6FEA61-AA9D-47D9-9EAE-F7ABEFBA3937}" destId="{E2B4EC07-2D94-425E-869B-097C4BE349A9}" srcOrd="0" destOrd="0" presId="urn:microsoft.com/office/officeart/2005/8/layout/vList5"/>
    <dgm:cxn modelId="{D1180FA7-8143-4E0B-A08D-1C897472743E}" type="presOf" srcId="{C04ED101-246D-4F8C-BCD3-795E63F6C21D}" destId="{7AEC6693-EE01-4AC1-90C2-DEF904C2E4CC}" srcOrd="0" destOrd="0" presId="urn:microsoft.com/office/officeart/2005/8/layout/vList5"/>
    <dgm:cxn modelId="{D05851AD-366B-4739-9A05-606C005118A7}" type="presOf" srcId="{2E79541A-5F7D-4620-A044-525BFD63CAF6}" destId="{9FBC2D9B-4DCB-4B6D-82B0-B226CCD6F9C9}" srcOrd="0" destOrd="2" presId="urn:microsoft.com/office/officeart/2005/8/layout/vList5"/>
    <dgm:cxn modelId="{84E33BB5-05D4-4A9D-925B-A9D2E7D4C5B7}" srcId="{A1CDDEB0-F917-4C32-8DF7-FB63963ED0EB}" destId="{428903E5-869E-4F3D-8EC6-62BBED5E1659}" srcOrd="2" destOrd="0" parTransId="{11EB63D1-DB26-4133-B8A0-78B27EBFF6DF}" sibTransId="{023F3751-08F7-4830-A5DE-12D36BDCE7C6}"/>
    <dgm:cxn modelId="{43324EBA-DE66-4A3A-B377-98656FCAFCC6}" type="presOf" srcId="{B7BA96B9-C5CF-46D2-81B3-FF90E70E46A0}" destId="{5D9700AC-1CF2-4FA9-85E1-119C6C4B6769}" srcOrd="0" destOrd="0" presId="urn:microsoft.com/office/officeart/2005/8/layout/vList5"/>
    <dgm:cxn modelId="{388487BA-CFA2-467F-9145-585FAC59613E}" srcId="{D5062F8B-7935-4C8E-BF3B-2EA1E9CD7B9C}" destId="{8B6FEA61-AA9D-47D9-9EAE-F7ABEFBA3937}" srcOrd="0" destOrd="0" parTransId="{F87F1C57-A381-46AB-A93E-67459B0D8DE9}" sibTransId="{F10DCC91-9581-4A11-82EA-35BC685CF0D4}"/>
    <dgm:cxn modelId="{1BF267BD-0B95-40E8-9159-34F1CC2635A3}" type="presOf" srcId="{A1CDDEB0-F917-4C32-8DF7-FB63963ED0EB}" destId="{085787BB-D985-4F5A-8638-FF2E1276611D}" srcOrd="0" destOrd="0" presId="urn:microsoft.com/office/officeart/2005/8/layout/vList5"/>
    <dgm:cxn modelId="{2C3B4BC0-7D51-45DD-8BD9-02491548EDF9}" type="presOf" srcId="{B1D157EB-F99D-4DE8-8CA2-D87C6F33104C}" destId="{5A1DF56F-913D-4199-B01B-929D5598DF04}" srcOrd="0" destOrd="2" presId="urn:microsoft.com/office/officeart/2005/8/layout/vList5"/>
    <dgm:cxn modelId="{61E557C1-F846-404D-809E-83165203E614}" type="presOf" srcId="{72EE30CB-1CCF-48CE-9823-7948A76F1062}" destId="{F36F0AE0-44DA-4622-AF47-AFE1403DC508}" srcOrd="0" destOrd="0" presId="urn:microsoft.com/office/officeart/2005/8/layout/vList5"/>
    <dgm:cxn modelId="{073D95C9-61E6-4749-A36C-2241C0D59231}" srcId="{4BFD755B-27F4-4453-B548-235042BDD686}" destId="{2E79541A-5F7D-4620-A044-525BFD63CAF6}" srcOrd="2" destOrd="0" parTransId="{590A577C-AC1C-4A14-81EE-DBDEFAFF7554}" sibTransId="{017EA271-76BA-4B85-B582-89CD01FA10A0}"/>
    <dgm:cxn modelId="{4CF8D1CA-473A-4666-A99E-758DFF7983A0}" type="presOf" srcId="{EFCA0CD0-D8AE-43F1-B194-48B8C3B2BA4F}" destId="{2FF90DED-7AB8-425F-9E70-4B955F7AB811}" srcOrd="0" destOrd="0" presId="urn:microsoft.com/office/officeart/2005/8/layout/vList5"/>
    <dgm:cxn modelId="{FD7E47CE-5044-4856-8925-3A8F61160AE3}" type="presOf" srcId="{F3EB3165-A973-48B8-A190-E683CD4D2DC9}" destId="{7AEC6693-EE01-4AC1-90C2-DEF904C2E4CC}" srcOrd="0" destOrd="1" presId="urn:microsoft.com/office/officeart/2005/8/layout/vList5"/>
    <dgm:cxn modelId="{F37701D0-9DEB-48D7-BCEE-4627ECDE4613}" srcId="{4BFD755B-27F4-4453-B548-235042BDD686}" destId="{96F6BB95-C3CC-4301-8CF8-6FDDB8DF2E82}" srcOrd="0" destOrd="0" parTransId="{96C5B343-96E5-4CF0-945C-A93EE6A7E404}" sibTransId="{BBEC7219-F637-4A95-9E71-3EFD4E9F6B8E}"/>
    <dgm:cxn modelId="{88CCA0DA-F970-4B36-A355-9C7F58274AA7}" srcId="{B7BA96B9-C5CF-46D2-81B3-FF90E70E46A0}" destId="{8CF4D1BB-88E5-4C37-857F-2DA6077FAFBF}" srcOrd="1" destOrd="0" parTransId="{F828050E-2A12-4FC3-BB1C-92C51952D09D}" sibTransId="{5BA16A64-BC1D-420D-8125-72A0511BF617}"/>
    <dgm:cxn modelId="{523D1DDD-9D7E-41C0-90F4-3E45382D9F74}" type="presOf" srcId="{C8A94567-60A3-4350-8197-9CDCE7292A7E}" destId="{2F5B2F36-C3AE-4B42-BA63-C4E724E8E813}" srcOrd="0" destOrd="1" presId="urn:microsoft.com/office/officeart/2005/8/layout/vList5"/>
    <dgm:cxn modelId="{297F6DE6-07A9-460B-87F9-4CA211827C60}" type="presOf" srcId="{8CF4D1BB-88E5-4C37-857F-2DA6077FAFBF}" destId="{629DA292-C147-424B-B7C6-743010BBAD98}" srcOrd="0" destOrd="1" presId="urn:microsoft.com/office/officeart/2005/8/layout/vList5"/>
    <dgm:cxn modelId="{C5B709E7-3C4B-4FF5-AC1B-C225CB1E8B14}" srcId="{D5062F8B-7935-4C8E-BF3B-2EA1E9CD7B9C}" destId="{72EE30CB-1CCF-48CE-9823-7948A76F1062}" srcOrd="6" destOrd="0" parTransId="{2704FA7D-300B-4FB3-BCD0-67709A49F855}" sibTransId="{65E6CE9D-FB4F-4DC7-BB76-730C28625CD4}"/>
    <dgm:cxn modelId="{E55934F1-062D-45FA-8DD7-9FA674597384}" type="presOf" srcId="{8C0F97B1-4406-4BBA-A4B5-D1E978C25938}" destId="{2FF90DED-7AB8-425F-9E70-4B955F7AB811}" srcOrd="0" destOrd="2" presId="urn:microsoft.com/office/officeart/2005/8/layout/vList5"/>
    <dgm:cxn modelId="{0E8327F9-89D6-4E54-BEDB-B3956CF4C70D}" srcId="{72EE30CB-1CCF-48CE-9823-7948A76F1062}" destId="{EFCA0CD0-D8AE-43F1-B194-48B8C3B2BA4F}" srcOrd="0" destOrd="0" parTransId="{93DE6F7A-9E48-4D97-BC6F-371537E9E9CD}" sibTransId="{306B243A-36CC-430A-9567-205DFAFDE0ED}"/>
    <dgm:cxn modelId="{D64F39FA-1D72-463D-8F94-4BBBCCD3035E}" srcId="{8B6FEA61-AA9D-47D9-9EAE-F7ABEFBA3937}" destId="{C04ED101-246D-4F8C-BCD3-795E63F6C21D}" srcOrd="0" destOrd="0" parTransId="{C8583DF1-1648-4E18-AE1A-5D0E27EA455D}" sibTransId="{28A9B7D5-3FAD-44FF-8B37-AF14BABABD46}"/>
    <dgm:cxn modelId="{F021E28F-EE22-4288-ACE4-EED36425E5EF}" type="presParOf" srcId="{8FCE2995-B1E0-4557-9E16-C3713EE050F4}" destId="{0996AB41-79A3-4AF0-848E-420E2EB59A0C}" srcOrd="0" destOrd="0" presId="urn:microsoft.com/office/officeart/2005/8/layout/vList5"/>
    <dgm:cxn modelId="{1930BDE9-52D0-436C-B850-E3447B0D4E8B}" type="presParOf" srcId="{0996AB41-79A3-4AF0-848E-420E2EB59A0C}" destId="{E2B4EC07-2D94-425E-869B-097C4BE349A9}" srcOrd="0" destOrd="0" presId="urn:microsoft.com/office/officeart/2005/8/layout/vList5"/>
    <dgm:cxn modelId="{458CCE7A-5421-4F77-9E0C-2A3D2FE9F023}" type="presParOf" srcId="{0996AB41-79A3-4AF0-848E-420E2EB59A0C}" destId="{7AEC6693-EE01-4AC1-90C2-DEF904C2E4CC}" srcOrd="1" destOrd="0" presId="urn:microsoft.com/office/officeart/2005/8/layout/vList5"/>
    <dgm:cxn modelId="{11B2C976-7E77-48FF-9056-971E2035641D}" type="presParOf" srcId="{8FCE2995-B1E0-4557-9E16-C3713EE050F4}" destId="{8066B07D-B45F-47A0-8332-86A4964187DB}" srcOrd="1" destOrd="0" presId="urn:microsoft.com/office/officeart/2005/8/layout/vList5"/>
    <dgm:cxn modelId="{AE612347-BF69-414C-B7D6-0BD4F8CBFA16}" type="presParOf" srcId="{8FCE2995-B1E0-4557-9E16-C3713EE050F4}" destId="{7E70803B-7ECD-49BF-AE07-78CEC744189B}" srcOrd="2" destOrd="0" presId="urn:microsoft.com/office/officeart/2005/8/layout/vList5"/>
    <dgm:cxn modelId="{E8030C46-23A1-4950-8E37-A11BC9E970F5}" type="presParOf" srcId="{7E70803B-7ECD-49BF-AE07-78CEC744189B}" destId="{E90F5C4C-5E05-4F06-A3F9-1FC645B61C37}" srcOrd="0" destOrd="0" presId="urn:microsoft.com/office/officeart/2005/8/layout/vList5"/>
    <dgm:cxn modelId="{F83E0919-B3C2-4C1B-8BB6-5ADB1623351A}" type="presParOf" srcId="{7E70803B-7ECD-49BF-AE07-78CEC744189B}" destId="{9FBC2D9B-4DCB-4B6D-82B0-B226CCD6F9C9}" srcOrd="1" destOrd="0" presId="urn:microsoft.com/office/officeart/2005/8/layout/vList5"/>
    <dgm:cxn modelId="{36D373A5-1F63-4100-B5F5-63750EEC6509}" type="presParOf" srcId="{8FCE2995-B1E0-4557-9E16-C3713EE050F4}" destId="{6DCC5050-8AEC-4031-ACEC-4F901665B47D}" srcOrd="3" destOrd="0" presId="urn:microsoft.com/office/officeart/2005/8/layout/vList5"/>
    <dgm:cxn modelId="{B374D512-B087-4892-A0E0-E02C99CDCAB4}" type="presParOf" srcId="{8FCE2995-B1E0-4557-9E16-C3713EE050F4}" destId="{2452E79A-8A1E-4516-A36E-CCC179F1BAD4}" srcOrd="4" destOrd="0" presId="urn:microsoft.com/office/officeart/2005/8/layout/vList5"/>
    <dgm:cxn modelId="{09BD0C4E-5797-4F7B-B1EC-BABE999BFE28}" type="presParOf" srcId="{2452E79A-8A1E-4516-A36E-CCC179F1BAD4}" destId="{085787BB-D985-4F5A-8638-FF2E1276611D}" srcOrd="0" destOrd="0" presId="urn:microsoft.com/office/officeart/2005/8/layout/vList5"/>
    <dgm:cxn modelId="{E208E2BA-7CF6-4F9D-AFA5-C39DF72873AB}" type="presParOf" srcId="{2452E79A-8A1E-4516-A36E-CCC179F1BAD4}" destId="{3A3C5CF3-FE0C-4C18-8084-566B0CA4D147}" srcOrd="1" destOrd="0" presId="urn:microsoft.com/office/officeart/2005/8/layout/vList5"/>
    <dgm:cxn modelId="{57AA745C-6F94-4131-BB3A-EC880E18D6F2}" type="presParOf" srcId="{8FCE2995-B1E0-4557-9E16-C3713EE050F4}" destId="{9CDFE046-59EA-450C-A41A-DDFB0F0DBCA0}" srcOrd="5" destOrd="0" presId="urn:microsoft.com/office/officeart/2005/8/layout/vList5"/>
    <dgm:cxn modelId="{C33D7A3D-1542-409B-A56E-CED14A03D008}" type="presParOf" srcId="{8FCE2995-B1E0-4557-9E16-C3713EE050F4}" destId="{B927D662-8D75-4D7A-B11B-0B5AB3F1B575}" srcOrd="6" destOrd="0" presId="urn:microsoft.com/office/officeart/2005/8/layout/vList5"/>
    <dgm:cxn modelId="{84C844E8-6834-449E-9228-B0D241742049}" type="presParOf" srcId="{B927D662-8D75-4D7A-B11B-0B5AB3F1B575}" destId="{5D9700AC-1CF2-4FA9-85E1-119C6C4B6769}" srcOrd="0" destOrd="0" presId="urn:microsoft.com/office/officeart/2005/8/layout/vList5"/>
    <dgm:cxn modelId="{3C2882F8-C125-4BE4-B310-F85E81BA746C}" type="presParOf" srcId="{B927D662-8D75-4D7A-B11B-0B5AB3F1B575}" destId="{629DA292-C147-424B-B7C6-743010BBAD98}" srcOrd="1" destOrd="0" presId="urn:microsoft.com/office/officeart/2005/8/layout/vList5"/>
    <dgm:cxn modelId="{CB13FF66-3D90-40BB-A65B-8F6628D1AEBC}" type="presParOf" srcId="{8FCE2995-B1E0-4557-9E16-C3713EE050F4}" destId="{62B2BA49-6DC3-4106-A93E-8DD61CF5D49C}" srcOrd="7" destOrd="0" presId="urn:microsoft.com/office/officeart/2005/8/layout/vList5"/>
    <dgm:cxn modelId="{2E0F593A-303C-49F1-9F62-9C52BC31CD70}" type="presParOf" srcId="{8FCE2995-B1E0-4557-9E16-C3713EE050F4}" destId="{DA6EE6B4-B793-4638-8FE4-2FFFCE2F7458}" srcOrd="8" destOrd="0" presId="urn:microsoft.com/office/officeart/2005/8/layout/vList5"/>
    <dgm:cxn modelId="{3E7B0D36-DE04-4202-A181-58F8EB3D6DA6}" type="presParOf" srcId="{DA6EE6B4-B793-4638-8FE4-2FFFCE2F7458}" destId="{55EB8CE0-344B-4849-8A39-8FCF9A712465}" srcOrd="0" destOrd="0" presId="urn:microsoft.com/office/officeart/2005/8/layout/vList5"/>
    <dgm:cxn modelId="{C7C9E446-2F94-442D-B55E-D9974D86D101}" type="presParOf" srcId="{DA6EE6B4-B793-4638-8FE4-2FFFCE2F7458}" destId="{5A1DF56F-913D-4199-B01B-929D5598DF04}" srcOrd="1" destOrd="0" presId="urn:microsoft.com/office/officeart/2005/8/layout/vList5"/>
    <dgm:cxn modelId="{27B65BE5-D122-43BA-A690-8597EA204617}" type="presParOf" srcId="{8FCE2995-B1E0-4557-9E16-C3713EE050F4}" destId="{675462AE-BEFE-4BC8-8003-BE42B7770725}" srcOrd="9" destOrd="0" presId="urn:microsoft.com/office/officeart/2005/8/layout/vList5"/>
    <dgm:cxn modelId="{16D20FE6-3251-4757-BEDC-41918D3436DC}" type="presParOf" srcId="{8FCE2995-B1E0-4557-9E16-C3713EE050F4}" destId="{AEFB63FD-153C-4FD8-A062-804FAFDD7C3C}" srcOrd="10" destOrd="0" presId="urn:microsoft.com/office/officeart/2005/8/layout/vList5"/>
    <dgm:cxn modelId="{55DA8496-C161-4811-901F-1F27D2793BD1}" type="presParOf" srcId="{AEFB63FD-153C-4FD8-A062-804FAFDD7C3C}" destId="{E9F6A10C-D92E-494D-BADC-C882812A064B}" srcOrd="0" destOrd="0" presId="urn:microsoft.com/office/officeart/2005/8/layout/vList5"/>
    <dgm:cxn modelId="{A32502C0-595B-4195-ADC9-A16EBBC9A479}" type="presParOf" srcId="{AEFB63FD-153C-4FD8-A062-804FAFDD7C3C}" destId="{75ABEA41-4998-4D42-B37E-00E548820B2A}" srcOrd="1" destOrd="0" presId="urn:microsoft.com/office/officeart/2005/8/layout/vList5"/>
    <dgm:cxn modelId="{EC75E258-A949-441F-A17C-9181EEB9B25F}" type="presParOf" srcId="{8FCE2995-B1E0-4557-9E16-C3713EE050F4}" destId="{55351B9C-9CC3-4C7C-B13E-03BDB9CD362F}" srcOrd="11" destOrd="0" presId="urn:microsoft.com/office/officeart/2005/8/layout/vList5"/>
    <dgm:cxn modelId="{C971A6B2-7393-406A-AA57-07E4E2B2E79A}" type="presParOf" srcId="{8FCE2995-B1E0-4557-9E16-C3713EE050F4}" destId="{A7A03528-9AFB-40D1-AF48-11F321166A93}" srcOrd="12" destOrd="0" presId="urn:microsoft.com/office/officeart/2005/8/layout/vList5"/>
    <dgm:cxn modelId="{668319BD-0D02-4859-AA9E-D97FC6AF6647}" type="presParOf" srcId="{A7A03528-9AFB-40D1-AF48-11F321166A93}" destId="{F36F0AE0-44DA-4622-AF47-AFE1403DC508}" srcOrd="0" destOrd="0" presId="urn:microsoft.com/office/officeart/2005/8/layout/vList5"/>
    <dgm:cxn modelId="{B447B3F9-FA76-4DC7-AD32-DA74B7F5CA70}" type="presParOf" srcId="{A7A03528-9AFB-40D1-AF48-11F321166A93}" destId="{2FF90DED-7AB8-425F-9E70-4B955F7AB811}" srcOrd="1" destOrd="0" presId="urn:microsoft.com/office/officeart/2005/8/layout/vList5"/>
    <dgm:cxn modelId="{0F7EAB0E-436B-40A4-846C-2DF1FC2D7ADF}" type="presParOf" srcId="{8FCE2995-B1E0-4557-9E16-C3713EE050F4}" destId="{3043BD9A-149F-4306-97F1-E4A2201DAE29}" srcOrd="13" destOrd="0" presId="urn:microsoft.com/office/officeart/2005/8/layout/vList5"/>
    <dgm:cxn modelId="{2AC80E62-B25C-45DB-B412-10022BDD2CB7}" type="presParOf" srcId="{8FCE2995-B1E0-4557-9E16-C3713EE050F4}" destId="{3FC28063-C150-440F-AF76-A0C59F6F85F3}" srcOrd="14" destOrd="0" presId="urn:microsoft.com/office/officeart/2005/8/layout/vList5"/>
    <dgm:cxn modelId="{ECAE56B3-0BEF-41EF-B207-3D7EC37E31B8}" type="presParOf" srcId="{3FC28063-C150-440F-AF76-A0C59F6F85F3}" destId="{68941AAD-F5D5-4A7E-B2D2-D31BB6778818}" srcOrd="0" destOrd="0" presId="urn:microsoft.com/office/officeart/2005/8/layout/vList5"/>
    <dgm:cxn modelId="{8206864F-3FFE-4F6F-8E82-D2B4275C9C90}" type="presParOf" srcId="{3FC28063-C150-440F-AF76-A0C59F6F85F3}" destId="{2F5B2F36-C3AE-4B42-BA63-C4E724E8E81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062F8B-7935-4C8E-BF3B-2EA1E9CD7B9C}" type="doc">
      <dgm:prSet loTypeId="urn:microsoft.com/office/officeart/2005/8/layout/vList5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28903E5-869E-4F3D-8EC6-62BBED5E1659}">
      <dgm:prSet/>
      <dgm:spPr/>
      <dgm:t>
        <a:bodyPr/>
        <a:lstStyle/>
        <a:p>
          <a:r>
            <a:rPr lang="pt-BR" b="1" i="0" noProof="0" dirty="0"/>
            <a:t>Sensores e Atuadores</a:t>
          </a:r>
          <a:endParaRPr lang="pt-BR" noProof="0" dirty="0"/>
        </a:p>
      </dgm:t>
    </dgm:pt>
    <dgm:pt modelId="{11EB63D1-DB26-4133-B8A0-78B27EBFF6DF}" type="parTrans" cxnId="{84E33BB5-05D4-4A9D-925B-A9D2E7D4C5B7}">
      <dgm:prSet/>
      <dgm:spPr/>
      <dgm:t>
        <a:bodyPr/>
        <a:lstStyle/>
        <a:p>
          <a:endParaRPr lang="en-US"/>
        </a:p>
      </dgm:t>
    </dgm:pt>
    <dgm:pt modelId="{023F3751-08F7-4830-A5DE-12D36BDCE7C6}" type="sibTrans" cxnId="{84E33BB5-05D4-4A9D-925B-A9D2E7D4C5B7}">
      <dgm:prSet/>
      <dgm:spPr/>
      <dgm:t>
        <a:bodyPr/>
        <a:lstStyle/>
        <a:p>
          <a:endParaRPr lang="en-US"/>
        </a:p>
      </dgm:t>
    </dgm:pt>
    <dgm:pt modelId="{98B34FDD-8EB4-41A3-9414-2E87685DAF6E}">
      <dgm:prSet/>
      <dgm:spPr/>
      <dgm:t>
        <a:bodyPr/>
        <a:lstStyle/>
        <a:p>
          <a:r>
            <a:rPr lang="pt-BR" b="0" i="0" noProof="0" dirty="0"/>
            <a:t>Seleção e integração de sensores (por exemplo, sensores de distância, sensores de temperatura)</a:t>
          </a:r>
          <a:endParaRPr lang="pt-BR" noProof="0" dirty="0"/>
        </a:p>
      </dgm:t>
    </dgm:pt>
    <dgm:pt modelId="{8BB92A81-D154-4307-8B5F-A5F287339367}" type="parTrans" cxnId="{32789025-F79B-40AA-AFEC-E65F0275E92D}">
      <dgm:prSet/>
      <dgm:spPr/>
      <dgm:t>
        <a:bodyPr/>
        <a:lstStyle/>
        <a:p>
          <a:endParaRPr lang="en-US"/>
        </a:p>
      </dgm:t>
    </dgm:pt>
    <dgm:pt modelId="{6892E6FB-B4A9-46AD-85A5-47ED521C6253}" type="sibTrans" cxnId="{32789025-F79B-40AA-AFEC-E65F0275E92D}">
      <dgm:prSet/>
      <dgm:spPr/>
      <dgm:t>
        <a:bodyPr/>
        <a:lstStyle/>
        <a:p>
          <a:endParaRPr lang="en-US"/>
        </a:p>
      </dgm:t>
    </dgm:pt>
    <dgm:pt modelId="{8CF4D1BB-88E5-4C37-857F-2DA6077FAFBF}">
      <dgm:prSet/>
      <dgm:spPr/>
      <dgm:t>
        <a:bodyPr/>
        <a:lstStyle/>
        <a:p>
          <a:r>
            <a:rPr lang="pt-BR" b="0" i="0" noProof="0" dirty="0">
              <a:solidFill>
                <a:schemeClr val="accent2">
                  <a:lumMod val="20000"/>
                  <a:lumOff val="80000"/>
                </a:schemeClr>
              </a:solidFill>
            </a:rPr>
            <a:t>Atuadores (por exemplo, motores, servos)</a:t>
          </a:r>
          <a:endParaRPr lang="pt-BR" noProof="0" dirty="0">
            <a:solidFill>
              <a:schemeClr val="accent2">
                <a:lumMod val="20000"/>
                <a:lumOff val="80000"/>
              </a:schemeClr>
            </a:solidFill>
          </a:endParaRPr>
        </a:p>
      </dgm:t>
    </dgm:pt>
    <dgm:pt modelId="{F828050E-2A12-4FC3-BB1C-92C51952D09D}" type="parTrans" cxnId="{88CCA0DA-F970-4B36-A355-9C7F58274AA7}">
      <dgm:prSet/>
      <dgm:spPr/>
      <dgm:t>
        <a:bodyPr/>
        <a:lstStyle/>
        <a:p>
          <a:endParaRPr lang="en-US"/>
        </a:p>
      </dgm:t>
    </dgm:pt>
    <dgm:pt modelId="{5BA16A64-BC1D-420D-8125-72A0511BF617}" type="sibTrans" cxnId="{88CCA0DA-F970-4B36-A355-9C7F58274AA7}">
      <dgm:prSet/>
      <dgm:spPr/>
      <dgm:t>
        <a:bodyPr/>
        <a:lstStyle/>
        <a:p>
          <a:endParaRPr lang="en-US"/>
        </a:p>
      </dgm:t>
    </dgm:pt>
    <dgm:pt modelId="{DA70DAF4-A219-4A09-A7FD-C0D2AC22CB41}">
      <dgm:prSet/>
      <dgm:spPr/>
      <dgm:t>
        <a:bodyPr/>
        <a:lstStyle/>
        <a:p>
          <a:r>
            <a:rPr lang="pt-BR" b="1" i="0" noProof="0" dirty="0"/>
            <a:t>Controle</a:t>
          </a:r>
          <a:endParaRPr lang="pt-BR" noProof="0" dirty="0"/>
        </a:p>
      </dgm:t>
    </dgm:pt>
    <dgm:pt modelId="{21F5C812-1FA6-44A8-A68E-80ADDE197159}" type="parTrans" cxnId="{53B99B23-1724-47CA-AAC4-A7A959188B05}">
      <dgm:prSet/>
      <dgm:spPr/>
      <dgm:t>
        <a:bodyPr/>
        <a:lstStyle/>
        <a:p>
          <a:endParaRPr lang="en-US"/>
        </a:p>
      </dgm:t>
    </dgm:pt>
    <dgm:pt modelId="{68E8BC14-F4ED-495E-8D29-F891DFCED9CF}" type="sibTrans" cxnId="{53B99B23-1724-47CA-AAC4-A7A959188B05}">
      <dgm:prSet/>
      <dgm:spPr/>
      <dgm:t>
        <a:bodyPr/>
        <a:lstStyle/>
        <a:p>
          <a:endParaRPr lang="en-US"/>
        </a:p>
      </dgm:t>
    </dgm:pt>
    <dgm:pt modelId="{50AADF6A-B1AE-4372-8428-14E5C31891C4}">
      <dgm:prSet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0" i="0" kern="1200" noProof="0" dirty="0">
              <a:solidFill>
                <a:srgbClr val="C0504D">
                  <a:lumMod val="20000"/>
                  <a:lumOff val="80000"/>
                </a:srgbClr>
              </a:solidFill>
              <a:latin typeface="Calibri"/>
              <a:ea typeface="Arial"/>
              <a:cs typeface="Arial"/>
            </a:rPr>
            <a:t>Teoria de controle</a:t>
          </a:r>
        </a:p>
      </dgm:t>
    </dgm:pt>
    <dgm:pt modelId="{ED80E93E-1EB6-4928-A9F5-F8C628E3A694}" type="parTrans" cxnId="{89C53E8F-71EC-4A90-A2FF-04A2ABCC5147}">
      <dgm:prSet/>
      <dgm:spPr/>
      <dgm:t>
        <a:bodyPr/>
        <a:lstStyle/>
        <a:p>
          <a:endParaRPr lang="en-US"/>
        </a:p>
      </dgm:t>
    </dgm:pt>
    <dgm:pt modelId="{68492DF8-999F-4C24-8561-DACDAD192DCE}" type="sibTrans" cxnId="{89C53E8F-71EC-4A90-A2FF-04A2ABCC5147}">
      <dgm:prSet/>
      <dgm:spPr/>
      <dgm:t>
        <a:bodyPr/>
        <a:lstStyle/>
        <a:p>
          <a:endParaRPr lang="en-US"/>
        </a:p>
      </dgm:t>
    </dgm:pt>
    <dgm:pt modelId="{B1D157EB-F99D-4DE8-8CA2-D87C6F33104C}">
      <dgm:prSet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0" i="0" kern="1200" noProof="0" dirty="0">
              <a:solidFill>
                <a:srgbClr val="C0504D">
                  <a:lumMod val="20000"/>
                  <a:lumOff val="80000"/>
                </a:srgbClr>
              </a:solidFill>
              <a:latin typeface="Calibri"/>
              <a:ea typeface="Arial"/>
              <a:cs typeface="Arial"/>
            </a:rPr>
            <a:t>Controle em tempo real</a:t>
          </a:r>
        </a:p>
      </dgm:t>
    </dgm:pt>
    <dgm:pt modelId="{505E03F3-B2F4-425F-B403-09A4191336BB}" type="parTrans" cxnId="{BD0ACE35-9197-4D6D-8DB7-D7B9E47FA766}">
      <dgm:prSet/>
      <dgm:spPr/>
      <dgm:t>
        <a:bodyPr/>
        <a:lstStyle/>
        <a:p>
          <a:endParaRPr lang="en-US"/>
        </a:p>
      </dgm:t>
    </dgm:pt>
    <dgm:pt modelId="{A6A379A0-909A-4562-B5DE-DB32FC6F8FF2}" type="sibTrans" cxnId="{BD0ACE35-9197-4D6D-8DB7-D7B9E47FA766}">
      <dgm:prSet/>
      <dgm:spPr/>
      <dgm:t>
        <a:bodyPr/>
        <a:lstStyle/>
        <a:p>
          <a:endParaRPr lang="en-US"/>
        </a:p>
      </dgm:t>
    </dgm:pt>
    <dgm:pt modelId="{863DDAB7-ED31-4A18-AC4B-EA5C6CC4514D}">
      <dgm:prSet/>
      <dgm:spPr/>
      <dgm:t>
        <a:bodyPr/>
        <a:lstStyle/>
        <a:p>
          <a:r>
            <a:rPr lang="pt-BR" b="1" i="0" noProof="0" dirty="0"/>
            <a:t>Planejamento e Seleção de Ações</a:t>
          </a:r>
          <a:endParaRPr lang="pt-BR" noProof="0" dirty="0"/>
        </a:p>
      </dgm:t>
    </dgm:pt>
    <dgm:pt modelId="{7FACC9F7-6AB4-4365-A8D4-745C30625B31}" type="parTrans" cxnId="{05F2078F-24BD-4FC6-B2B6-75B0C6ABA2AE}">
      <dgm:prSet/>
      <dgm:spPr/>
      <dgm:t>
        <a:bodyPr/>
        <a:lstStyle/>
        <a:p>
          <a:endParaRPr lang="en-US"/>
        </a:p>
      </dgm:t>
    </dgm:pt>
    <dgm:pt modelId="{2667CB33-2F30-467A-B4B2-8D5B576EE3F8}" type="sibTrans" cxnId="{05F2078F-24BD-4FC6-B2B6-75B0C6ABA2AE}">
      <dgm:prSet/>
      <dgm:spPr/>
      <dgm:t>
        <a:bodyPr/>
        <a:lstStyle/>
        <a:p>
          <a:endParaRPr lang="en-US"/>
        </a:p>
      </dgm:t>
    </dgm:pt>
    <dgm:pt modelId="{B594109C-9944-46A4-B1D1-6281F4D74756}">
      <dgm:prSet/>
      <dgm:spPr/>
      <dgm:t>
        <a:bodyPr/>
        <a:lstStyle/>
        <a:p>
          <a:r>
            <a:rPr lang="pt-BR" b="0" i="0" noProof="0" dirty="0"/>
            <a:t>Algoritmos de planejamento de trajetória</a:t>
          </a:r>
          <a:endParaRPr lang="pt-BR" noProof="0" dirty="0"/>
        </a:p>
      </dgm:t>
    </dgm:pt>
    <dgm:pt modelId="{DEF80781-85B8-419F-83F5-BAF1455D5E84}" type="parTrans" cxnId="{8AA6762D-78DA-46CD-9E9D-23AF3A575050}">
      <dgm:prSet/>
      <dgm:spPr/>
      <dgm:t>
        <a:bodyPr/>
        <a:lstStyle/>
        <a:p>
          <a:endParaRPr lang="en-US"/>
        </a:p>
      </dgm:t>
    </dgm:pt>
    <dgm:pt modelId="{768325E6-1D10-42E9-97DD-0D1C7E0311B9}" type="sibTrans" cxnId="{8AA6762D-78DA-46CD-9E9D-23AF3A575050}">
      <dgm:prSet/>
      <dgm:spPr/>
      <dgm:t>
        <a:bodyPr/>
        <a:lstStyle/>
        <a:p>
          <a:endParaRPr lang="en-US"/>
        </a:p>
      </dgm:t>
    </dgm:pt>
    <dgm:pt modelId="{676542C0-3E27-4249-9DD0-A3DC1D5DD9E2}">
      <dgm:prSet/>
      <dgm:spPr/>
      <dgm:t>
        <a:bodyPr/>
        <a:lstStyle/>
        <a:p>
          <a:r>
            <a:rPr lang="pt-BR" b="0" i="0" noProof="0" dirty="0"/>
            <a:t>Tomada de decisão autônoma</a:t>
          </a:r>
          <a:endParaRPr lang="pt-BR" noProof="0" dirty="0"/>
        </a:p>
      </dgm:t>
    </dgm:pt>
    <dgm:pt modelId="{7DFED48B-D6F3-441C-80B3-32A8C3369482}" type="parTrans" cxnId="{AF263425-C242-4D2C-9917-C546FC4612D5}">
      <dgm:prSet/>
      <dgm:spPr/>
      <dgm:t>
        <a:bodyPr/>
        <a:lstStyle/>
        <a:p>
          <a:endParaRPr lang="en-US"/>
        </a:p>
      </dgm:t>
    </dgm:pt>
    <dgm:pt modelId="{4543340F-BCC6-4A74-BC75-2E820F2B1B89}" type="sibTrans" cxnId="{AF263425-C242-4D2C-9917-C546FC4612D5}">
      <dgm:prSet/>
      <dgm:spPr/>
      <dgm:t>
        <a:bodyPr/>
        <a:lstStyle/>
        <a:p>
          <a:endParaRPr lang="en-US"/>
        </a:p>
      </dgm:t>
    </dgm:pt>
    <dgm:pt modelId="{AD107536-D25C-4D68-9381-B8411FE6D564}">
      <dgm:prSet/>
      <dgm:spPr/>
      <dgm:t>
        <a:bodyPr/>
        <a:lstStyle/>
        <a:p>
          <a:r>
            <a:rPr lang="pt-BR" b="0" i="0" noProof="0" dirty="0">
              <a:solidFill>
                <a:schemeClr val="accent2">
                  <a:lumMod val="20000"/>
                  <a:lumOff val="80000"/>
                </a:schemeClr>
              </a:solidFill>
            </a:rPr>
            <a:t>Aprendizado de máquina e IA para seleção de ações</a:t>
          </a:r>
          <a:endParaRPr lang="pt-BR" noProof="0" dirty="0">
            <a:solidFill>
              <a:schemeClr val="accent2">
                <a:lumMod val="20000"/>
                <a:lumOff val="80000"/>
              </a:schemeClr>
            </a:solidFill>
          </a:endParaRPr>
        </a:p>
      </dgm:t>
    </dgm:pt>
    <dgm:pt modelId="{48A8EF4D-BD22-4666-957E-3F2D3ACB64F8}" type="parTrans" cxnId="{285E2282-2818-40B7-9D26-18C361614890}">
      <dgm:prSet/>
      <dgm:spPr/>
      <dgm:t>
        <a:bodyPr/>
        <a:lstStyle/>
        <a:p>
          <a:endParaRPr lang="en-US"/>
        </a:p>
      </dgm:t>
    </dgm:pt>
    <dgm:pt modelId="{38089753-D396-454E-8300-6C7D1E1B36C3}" type="sibTrans" cxnId="{285E2282-2818-40B7-9D26-18C361614890}">
      <dgm:prSet/>
      <dgm:spPr/>
      <dgm:t>
        <a:bodyPr/>
        <a:lstStyle/>
        <a:p>
          <a:endParaRPr lang="en-US"/>
        </a:p>
      </dgm:t>
    </dgm:pt>
    <dgm:pt modelId="{72EE30CB-1CCF-48CE-9823-7948A76F1062}">
      <dgm:prSet/>
      <dgm:spPr/>
      <dgm:t>
        <a:bodyPr/>
        <a:lstStyle/>
        <a:p>
          <a:r>
            <a:rPr lang="pt-BR" b="1" i="0" noProof="0" dirty="0"/>
            <a:t>Visão Robótica</a:t>
          </a:r>
          <a:endParaRPr lang="pt-BR" noProof="0" dirty="0"/>
        </a:p>
      </dgm:t>
    </dgm:pt>
    <dgm:pt modelId="{2704FA7D-300B-4FB3-BCD0-67709A49F855}" type="parTrans" cxnId="{C5B709E7-3C4B-4FF5-AC1B-C225CB1E8B14}">
      <dgm:prSet/>
      <dgm:spPr/>
      <dgm:t>
        <a:bodyPr/>
        <a:lstStyle/>
        <a:p>
          <a:endParaRPr lang="en-US"/>
        </a:p>
      </dgm:t>
    </dgm:pt>
    <dgm:pt modelId="{65E6CE9D-FB4F-4DC7-BB76-730C28625CD4}" type="sibTrans" cxnId="{C5B709E7-3C4B-4FF5-AC1B-C225CB1E8B14}">
      <dgm:prSet/>
      <dgm:spPr/>
      <dgm:t>
        <a:bodyPr/>
        <a:lstStyle/>
        <a:p>
          <a:endParaRPr lang="en-US"/>
        </a:p>
      </dgm:t>
    </dgm:pt>
    <dgm:pt modelId="{EFCA0CD0-D8AE-43F1-B194-48B8C3B2BA4F}">
      <dgm:prSet/>
      <dgm:spPr/>
      <dgm:t>
        <a:bodyPr/>
        <a:lstStyle/>
        <a:p>
          <a:r>
            <a:rPr lang="pt-BR" b="0" i="0" noProof="0" dirty="0"/>
            <a:t>Processamento de imagem</a:t>
          </a:r>
          <a:endParaRPr lang="pt-BR" noProof="0" dirty="0"/>
        </a:p>
      </dgm:t>
    </dgm:pt>
    <dgm:pt modelId="{93DE6F7A-9E48-4D97-BC6F-371537E9E9CD}" type="parTrans" cxnId="{0E8327F9-89D6-4E54-BEDB-B3956CF4C70D}">
      <dgm:prSet/>
      <dgm:spPr/>
      <dgm:t>
        <a:bodyPr/>
        <a:lstStyle/>
        <a:p>
          <a:endParaRPr lang="en-US"/>
        </a:p>
      </dgm:t>
    </dgm:pt>
    <dgm:pt modelId="{306B243A-36CC-430A-9567-205DFAFDE0ED}" type="sibTrans" cxnId="{0E8327F9-89D6-4E54-BEDB-B3956CF4C70D}">
      <dgm:prSet/>
      <dgm:spPr/>
      <dgm:t>
        <a:bodyPr/>
        <a:lstStyle/>
        <a:p>
          <a:endParaRPr lang="en-US"/>
        </a:p>
      </dgm:t>
    </dgm:pt>
    <dgm:pt modelId="{11B78B68-8522-4CE5-9C89-4C784E295CE3}">
      <dgm:prSet/>
      <dgm:spPr/>
      <dgm:t>
        <a:bodyPr/>
        <a:lstStyle/>
        <a:p>
          <a:r>
            <a:rPr lang="pt-BR" b="0" i="0" noProof="0" dirty="0"/>
            <a:t>Reconhecimento de objetos</a:t>
          </a:r>
          <a:endParaRPr lang="pt-BR" noProof="0" dirty="0"/>
        </a:p>
      </dgm:t>
    </dgm:pt>
    <dgm:pt modelId="{83BBCE4D-C01D-4B61-8780-CACDC5F91F60}" type="parTrans" cxnId="{0C5F748B-9C92-4163-B0F6-C78DE2E90E10}">
      <dgm:prSet/>
      <dgm:spPr/>
      <dgm:t>
        <a:bodyPr/>
        <a:lstStyle/>
        <a:p>
          <a:endParaRPr lang="en-US"/>
        </a:p>
      </dgm:t>
    </dgm:pt>
    <dgm:pt modelId="{783C5C81-A708-45D3-BD8C-67975A54C05F}" type="sibTrans" cxnId="{0C5F748B-9C92-4163-B0F6-C78DE2E90E10}">
      <dgm:prSet/>
      <dgm:spPr/>
      <dgm:t>
        <a:bodyPr/>
        <a:lstStyle/>
        <a:p>
          <a:endParaRPr lang="en-US"/>
        </a:p>
      </dgm:t>
    </dgm:pt>
    <dgm:pt modelId="{8C0F97B1-4406-4BBA-A4B5-D1E978C25938}">
      <dgm:prSet/>
      <dgm:spPr/>
      <dgm:t>
        <a:bodyPr/>
        <a:lstStyle/>
        <a:p>
          <a:r>
            <a:rPr lang="pt-BR" b="0" i="0" noProof="0" dirty="0"/>
            <a:t>Navegação baseada em visão</a:t>
          </a:r>
          <a:endParaRPr lang="pt-BR" noProof="0" dirty="0"/>
        </a:p>
      </dgm:t>
    </dgm:pt>
    <dgm:pt modelId="{C5DFDB1A-B0D0-4508-B01F-0E772EB80032}" type="parTrans" cxnId="{E5178665-78C4-461D-A9F8-C4B5F8CBB9F8}">
      <dgm:prSet/>
      <dgm:spPr/>
      <dgm:t>
        <a:bodyPr/>
        <a:lstStyle/>
        <a:p>
          <a:endParaRPr lang="en-US"/>
        </a:p>
      </dgm:t>
    </dgm:pt>
    <dgm:pt modelId="{31134E90-3883-4186-9655-8BC0B2405BBD}" type="sibTrans" cxnId="{E5178665-78C4-461D-A9F8-C4B5F8CBB9F8}">
      <dgm:prSet/>
      <dgm:spPr/>
      <dgm:t>
        <a:bodyPr/>
        <a:lstStyle/>
        <a:p>
          <a:endParaRPr lang="en-US"/>
        </a:p>
      </dgm:t>
    </dgm:pt>
    <dgm:pt modelId="{C43D0558-819E-478F-BE08-C582A1CED5FE}">
      <dgm:prSet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0" i="0" kern="1200" noProof="0" dirty="0"/>
            <a:t>Algoritmos de controle (por exemplo, PID)</a:t>
          </a:r>
          <a:endParaRPr lang="pt-BR" sz="1600" b="0" i="0" kern="1200" noProof="0" dirty="0">
            <a:solidFill>
              <a:srgbClr val="C0504D">
                <a:lumMod val="20000"/>
                <a:lumOff val="80000"/>
              </a:srgbClr>
            </a:solidFill>
            <a:latin typeface="Calibri"/>
            <a:ea typeface="Arial"/>
            <a:cs typeface="Arial"/>
          </a:endParaRPr>
        </a:p>
      </dgm:t>
    </dgm:pt>
    <dgm:pt modelId="{566CED44-1535-4AA4-8CF9-C58C98032F9E}" type="parTrans" cxnId="{61EF01CC-38C2-4EFE-BC51-260E30F842D5}">
      <dgm:prSet/>
      <dgm:spPr/>
      <dgm:t>
        <a:bodyPr/>
        <a:lstStyle/>
        <a:p>
          <a:endParaRPr lang="pt-BR"/>
        </a:p>
      </dgm:t>
    </dgm:pt>
    <dgm:pt modelId="{89E3419F-11A5-465F-A891-729E683B6ED8}" type="sibTrans" cxnId="{61EF01CC-38C2-4EFE-BC51-260E30F842D5}">
      <dgm:prSet/>
      <dgm:spPr/>
      <dgm:t>
        <a:bodyPr/>
        <a:lstStyle/>
        <a:p>
          <a:endParaRPr lang="pt-BR"/>
        </a:p>
      </dgm:t>
    </dgm:pt>
    <dgm:pt modelId="{8FCE2995-B1E0-4557-9E16-C3713EE050F4}" type="pres">
      <dgm:prSet presAssocID="{D5062F8B-7935-4C8E-BF3B-2EA1E9CD7B9C}" presName="Name0" presStyleCnt="0">
        <dgm:presLayoutVars>
          <dgm:dir/>
          <dgm:animLvl val="lvl"/>
          <dgm:resizeHandles val="exact"/>
        </dgm:presLayoutVars>
      </dgm:prSet>
      <dgm:spPr/>
    </dgm:pt>
    <dgm:pt modelId="{2CD5663A-7474-4811-ACFE-1760B4FA5496}" type="pres">
      <dgm:prSet presAssocID="{428903E5-869E-4F3D-8EC6-62BBED5E1659}" presName="linNode" presStyleCnt="0"/>
      <dgm:spPr/>
    </dgm:pt>
    <dgm:pt modelId="{880A63B3-A5E7-47D5-A690-2BC452C46A71}" type="pres">
      <dgm:prSet presAssocID="{428903E5-869E-4F3D-8EC6-62BBED5E1659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E78699CD-BC98-49F4-8352-FA9CBAE81F31}" type="pres">
      <dgm:prSet presAssocID="{428903E5-869E-4F3D-8EC6-62BBED5E1659}" presName="descendantText" presStyleLbl="alignAccFollowNode1" presStyleIdx="0" presStyleCnt="4">
        <dgm:presLayoutVars>
          <dgm:bulletEnabled val="1"/>
        </dgm:presLayoutVars>
      </dgm:prSet>
      <dgm:spPr/>
    </dgm:pt>
    <dgm:pt modelId="{4F485D29-D7A7-49BB-99B6-640ED140FC5A}" type="pres">
      <dgm:prSet presAssocID="{023F3751-08F7-4830-A5DE-12D36BDCE7C6}" presName="sp" presStyleCnt="0"/>
      <dgm:spPr/>
    </dgm:pt>
    <dgm:pt modelId="{DA6EE6B4-B793-4638-8FE4-2FFFCE2F7458}" type="pres">
      <dgm:prSet presAssocID="{DA70DAF4-A219-4A09-A7FD-C0D2AC22CB41}" presName="linNode" presStyleCnt="0"/>
      <dgm:spPr/>
    </dgm:pt>
    <dgm:pt modelId="{55EB8CE0-344B-4849-8A39-8FCF9A712465}" type="pres">
      <dgm:prSet presAssocID="{DA70DAF4-A219-4A09-A7FD-C0D2AC22CB41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5A1DF56F-913D-4199-B01B-929D5598DF04}" type="pres">
      <dgm:prSet presAssocID="{DA70DAF4-A219-4A09-A7FD-C0D2AC22CB41}" presName="descendantText" presStyleLbl="alignAccFollowNode1" presStyleIdx="1" presStyleCnt="4">
        <dgm:presLayoutVars>
          <dgm:bulletEnabled val="1"/>
        </dgm:presLayoutVars>
      </dgm:prSet>
      <dgm:spPr/>
    </dgm:pt>
    <dgm:pt modelId="{675462AE-BEFE-4BC8-8003-BE42B7770725}" type="pres">
      <dgm:prSet presAssocID="{68E8BC14-F4ED-495E-8D29-F891DFCED9CF}" presName="sp" presStyleCnt="0"/>
      <dgm:spPr/>
    </dgm:pt>
    <dgm:pt modelId="{AEFB63FD-153C-4FD8-A062-804FAFDD7C3C}" type="pres">
      <dgm:prSet presAssocID="{863DDAB7-ED31-4A18-AC4B-EA5C6CC4514D}" presName="linNode" presStyleCnt="0"/>
      <dgm:spPr/>
    </dgm:pt>
    <dgm:pt modelId="{E9F6A10C-D92E-494D-BADC-C882812A064B}" type="pres">
      <dgm:prSet presAssocID="{863DDAB7-ED31-4A18-AC4B-EA5C6CC4514D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75ABEA41-4998-4D42-B37E-00E548820B2A}" type="pres">
      <dgm:prSet presAssocID="{863DDAB7-ED31-4A18-AC4B-EA5C6CC4514D}" presName="descendantText" presStyleLbl="alignAccFollowNode1" presStyleIdx="2" presStyleCnt="4">
        <dgm:presLayoutVars>
          <dgm:bulletEnabled val="1"/>
        </dgm:presLayoutVars>
      </dgm:prSet>
      <dgm:spPr/>
    </dgm:pt>
    <dgm:pt modelId="{55351B9C-9CC3-4C7C-B13E-03BDB9CD362F}" type="pres">
      <dgm:prSet presAssocID="{2667CB33-2F30-467A-B4B2-8D5B576EE3F8}" presName="sp" presStyleCnt="0"/>
      <dgm:spPr/>
    </dgm:pt>
    <dgm:pt modelId="{A7A03528-9AFB-40D1-AF48-11F321166A93}" type="pres">
      <dgm:prSet presAssocID="{72EE30CB-1CCF-48CE-9823-7948A76F1062}" presName="linNode" presStyleCnt="0"/>
      <dgm:spPr/>
    </dgm:pt>
    <dgm:pt modelId="{F36F0AE0-44DA-4622-AF47-AFE1403DC508}" type="pres">
      <dgm:prSet presAssocID="{72EE30CB-1CCF-48CE-9823-7948A76F1062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2FF90DED-7AB8-425F-9E70-4B955F7AB811}" type="pres">
      <dgm:prSet presAssocID="{72EE30CB-1CCF-48CE-9823-7948A76F1062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9B514C0B-0A17-492D-9985-D3F5C9F7D9F6}" type="presOf" srcId="{98B34FDD-8EB4-41A3-9414-2E87685DAF6E}" destId="{E78699CD-BC98-49F4-8352-FA9CBAE81F31}" srcOrd="0" destOrd="0" presId="urn:microsoft.com/office/officeart/2005/8/layout/vList5"/>
    <dgm:cxn modelId="{3D2BFB0E-0833-40FA-9657-1E5D1B566142}" type="presOf" srcId="{B594109C-9944-46A4-B1D1-6281F4D74756}" destId="{75ABEA41-4998-4D42-B37E-00E548820B2A}" srcOrd="0" destOrd="0" presId="urn:microsoft.com/office/officeart/2005/8/layout/vList5"/>
    <dgm:cxn modelId="{C2A09219-DC9A-4722-8D0F-F957107648C3}" type="presOf" srcId="{D5062F8B-7935-4C8E-BF3B-2EA1E9CD7B9C}" destId="{8FCE2995-B1E0-4557-9E16-C3713EE050F4}" srcOrd="0" destOrd="0" presId="urn:microsoft.com/office/officeart/2005/8/layout/vList5"/>
    <dgm:cxn modelId="{53B99B23-1724-47CA-AAC4-A7A959188B05}" srcId="{D5062F8B-7935-4C8E-BF3B-2EA1E9CD7B9C}" destId="{DA70DAF4-A219-4A09-A7FD-C0D2AC22CB41}" srcOrd="1" destOrd="0" parTransId="{21F5C812-1FA6-44A8-A68E-80ADDE197159}" sibTransId="{68E8BC14-F4ED-495E-8D29-F891DFCED9CF}"/>
    <dgm:cxn modelId="{AF263425-C242-4D2C-9917-C546FC4612D5}" srcId="{863DDAB7-ED31-4A18-AC4B-EA5C6CC4514D}" destId="{676542C0-3E27-4249-9DD0-A3DC1D5DD9E2}" srcOrd="1" destOrd="0" parTransId="{7DFED48B-D6F3-441C-80B3-32A8C3369482}" sibTransId="{4543340F-BCC6-4A74-BC75-2E820F2B1B89}"/>
    <dgm:cxn modelId="{32789025-F79B-40AA-AFEC-E65F0275E92D}" srcId="{428903E5-869E-4F3D-8EC6-62BBED5E1659}" destId="{98B34FDD-8EB4-41A3-9414-2E87685DAF6E}" srcOrd="0" destOrd="0" parTransId="{8BB92A81-D154-4307-8B5F-A5F287339367}" sibTransId="{6892E6FB-B4A9-46AD-85A5-47ED521C6253}"/>
    <dgm:cxn modelId="{BA2C1227-B0C5-4506-9F3F-74BA613CA24C}" type="presOf" srcId="{C43D0558-819E-478F-BE08-C582A1CED5FE}" destId="{5A1DF56F-913D-4199-B01B-929D5598DF04}" srcOrd="0" destOrd="1" presId="urn:microsoft.com/office/officeart/2005/8/layout/vList5"/>
    <dgm:cxn modelId="{8AA6762D-78DA-46CD-9E9D-23AF3A575050}" srcId="{863DDAB7-ED31-4A18-AC4B-EA5C6CC4514D}" destId="{B594109C-9944-46A4-B1D1-6281F4D74756}" srcOrd="0" destOrd="0" parTransId="{DEF80781-85B8-419F-83F5-BAF1455D5E84}" sibTransId="{768325E6-1D10-42E9-97DD-0D1C7E0311B9}"/>
    <dgm:cxn modelId="{2D8DDD34-0DBC-493E-BCDC-4354B5E5D532}" type="presOf" srcId="{AD107536-D25C-4D68-9381-B8411FE6D564}" destId="{75ABEA41-4998-4D42-B37E-00E548820B2A}" srcOrd="0" destOrd="2" presId="urn:microsoft.com/office/officeart/2005/8/layout/vList5"/>
    <dgm:cxn modelId="{BD0ACE35-9197-4D6D-8DB7-D7B9E47FA766}" srcId="{DA70DAF4-A219-4A09-A7FD-C0D2AC22CB41}" destId="{B1D157EB-F99D-4DE8-8CA2-D87C6F33104C}" srcOrd="2" destOrd="0" parTransId="{505E03F3-B2F4-425F-B403-09A4191336BB}" sibTransId="{A6A379A0-909A-4562-B5DE-DB32FC6F8FF2}"/>
    <dgm:cxn modelId="{23DDB137-43DE-4AFC-A5DD-701AC8F3647F}" type="presOf" srcId="{DA70DAF4-A219-4A09-A7FD-C0D2AC22CB41}" destId="{55EB8CE0-344B-4849-8A39-8FCF9A712465}" srcOrd="0" destOrd="0" presId="urn:microsoft.com/office/officeart/2005/8/layout/vList5"/>
    <dgm:cxn modelId="{88B85C38-0648-4981-86BD-5EC0749D4449}" type="presOf" srcId="{50AADF6A-B1AE-4372-8428-14E5C31891C4}" destId="{5A1DF56F-913D-4199-B01B-929D5598DF04}" srcOrd="0" destOrd="0" presId="urn:microsoft.com/office/officeart/2005/8/layout/vList5"/>
    <dgm:cxn modelId="{2F7AD438-8E81-4632-AA67-336848297038}" type="presOf" srcId="{8CF4D1BB-88E5-4C37-857F-2DA6077FAFBF}" destId="{E78699CD-BC98-49F4-8352-FA9CBAE81F31}" srcOrd="0" destOrd="1" presId="urn:microsoft.com/office/officeart/2005/8/layout/vList5"/>
    <dgm:cxn modelId="{E5B13561-057D-4333-8114-388393EFEBBD}" type="presOf" srcId="{428903E5-869E-4F3D-8EC6-62BBED5E1659}" destId="{880A63B3-A5E7-47D5-A690-2BC452C46A71}" srcOrd="0" destOrd="0" presId="urn:microsoft.com/office/officeart/2005/8/layout/vList5"/>
    <dgm:cxn modelId="{E5178665-78C4-461D-A9F8-C4B5F8CBB9F8}" srcId="{72EE30CB-1CCF-48CE-9823-7948A76F1062}" destId="{8C0F97B1-4406-4BBA-A4B5-D1E978C25938}" srcOrd="2" destOrd="0" parTransId="{C5DFDB1A-B0D0-4508-B01F-0E772EB80032}" sibTransId="{31134E90-3883-4186-9655-8BC0B2405BBD}"/>
    <dgm:cxn modelId="{B04BBD51-5156-41BA-AB27-AD9E3CD32738}" type="presOf" srcId="{11B78B68-8522-4CE5-9C89-4C784E295CE3}" destId="{2FF90DED-7AB8-425F-9E70-4B955F7AB811}" srcOrd="0" destOrd="1" presId="urn:microsoft.com/office/officeart/2005/8/layout/vList5"/>
    <dgm:cxn modelId="{F9F8037F-EA44-45B8-B337-07E6643DA580}" type="presOf" srcId="{863DDAB7-ED31-4A18-AC4B-EA5C6CC4514D}" destId="{E9F6A10C-D92E-494D-BADC-C882812A064B}" srcOrd="0" destOrd="0" presId="urn:microsoft.com/office/officeart/2005/8/layout/vList5"/>
    <dgm:cxn modelId="{285E2282-2818-40B7-9D26-18C361614890}" srcId="{863DDAB7-ED31-4A18-AC4B-EA5C6CC4514D}" destId="{AD107536-D25C-4D68-9381-B8411FE6D564}" srcOrd="2" destOrd="0" parTransId="{48A8EF4D-BD22-4666-957E-3F2D3ACB64F8}" sibTransId="{38089753-D396-454E-8300-6C7D1E1B36C3}"/>
    <dgm:cxn modelId="{0C5F748B-9C92-4163-B0F6-C78DE2E90E10}" srcId="{72EE30CB-1CCF-48CE-9823-7948A76F1062}" destId="{11B78B68-8522-4CE5-9C89-4C784E295CE3}" srcOrd="1" destOrd="0" parTransId="{83BBCE4D-C01D-4B61-8780-CACDC5F91F60}" sibTransId="{783C5C81-A708-45D3-BD8C-67975A54C05F}"/>
    <dgm:cxn modelId="{05F2078F-24BD-4FC6-B2B6-75B0C6ABA2AE}" srcId="{D5062F8B-7935-4C8E-BF3B-2EA1E9CD7B9C}" destId="{863DDAB7-ED31-4A18-AC4B-EA5C6CC4514D}" srcOrd="2" destOrd="0" parTransId="{7FACC9F7-6AB4-4365-A8D4-745C30625B31}" sibTransId="{2667CB33-2F30-467A-B4B2-8D5B576EE3F8}"/>
    <dgm:cxn modelId="{89C53E8F-71EC-4A90-A2FF-04A2ABCC5147}" srcId="{DA70DAF4-A219-4A09-A7FD-C0D2AC22CB41}" destId="{50AADF6A-B1AE-4372-8428-14E5C31891C4}" srcOrd="0" destOrd="0" parTransId="{ED80E93E-1EB6-4928-A9F5-F8C628E3A694}" sibTransId="{68492DF8-999F-4C24-8561-DACDAD192DCE}"/>
    <dgm:cxn modelId="{CD171E99-641D-4D26-8CCC-5128555EDB7B}" type="presOf" srcId="{676542C0-3E27-4249-9DD0-A3DC1D5DD9E2}" destId="{75ABEA41-4998-4D42-B37E-00E548820B2A}" srcOrd="0" destOrd="1" presId="urn:microsoft.com/office/officeart/2005/8/layout/vList5"/>
    <dgm:cxn modelId="{84E33BB5-05D4-4A9D-925B-A9D2E7D4C5B7}" srcId="{D5062F8B-7935-4C8E-BF3B-2EA1E9CD7B9C}" destId="{428903E5-869E-4F3D-8EC6-62BBED5E1659}" srcOrd="0" destOrd="0" parTransId="{11EB63D1-DB26-4133-B8A0-78B27EBFF6DF}" sibTransId="{023F3751-08F7-4830-A5DE-12D36BDCE7C6}"/>
    <dgm:cxn modelId="{2C3B4BC0-7D51-45DD-8BD9-02491548EDF9}" type="presOf" srcId="{B1D157EB-F99D-4DE8-8CA2-D87C6F33104C}" destId="{5A1DF56F-913D-4199-B01B-929D5598DF04}" srcOrd="0" destOrd="2" presId="urn:microsoft.com/office/officeart/2005/8/layout/vList5"/>
    <dgm:cxn modelId="{61E557C1-F846-404D-809E-83165203E614}" type="presOf" srcId="{72EE30CB-1CCF-48CE-9823-7948A76F1062}" destId="{F36F0AE0-44DA-4622-AF47-AFE1403DC508}" srcOrd="0" destOrd="0" presId="urn:microsoft.com/office/officeart/2005/8/layout/vList5"/>
    <dgm:cxn modelId="{4CF8D1CA-473A-4666-A99E-758DFF7983A0}" type="presOf" srcId="{EFCA0CD0-D8AE-43F1-B194-48B8C3B2BA4F}" destId="{2FF90DED-7AB8-425F-9E70-4B955F7AB811}" srcOrd="0" destOrd="0" presId="urn:microsoft.com/office/officeart/2005/8/layout/vList5"/>
    <dgm:cxn modelId="{61EF01CC-38C2-4EFE-BC51-260E30F842D5}" srcId="{DA70DAF4-A219-4A09-A7FD-C0D2AC22CB41}" destId="{C43D0558-819E-478F-BE08-C582A1CED5FE}" srcOrd="1" destOrd="0" parTransId="{566CED44-1535-4AA4-8CF9-C58C98032F9E}" sibTransId="{89E3419F-11A5-465F-A891-729E683B6ED8}"/>
    <dgm:cxn modelId="{88CCA0DA-F970-4B36-A355-9C7F58274AA7}" srcId="{428903E5-869E-4F3D-8EC6-62BBED5E1659}" destId="{8CF4D1BB-88E5-4C37-857F-2DA6077FAFBF}" srcOrd="1" destOrd="0" parTransId="{F828050E-2A12-4FC3-BB1C-92C51952D09D}" sibTransId="{5BA16A64-BC1D-420D-8125-72A0511BF617}"/>
    <dgm:cxn modelId="{C5B709E7-3C4B-4FF5-AC1B-C225CB1E8B14}" srcId="{D5062F8B-7935-4C8E-BF3B-2EA1E9CD7B9C}" destId="{72EE30CB-1CCF-48CE-9823-7948A76F1062}" srcOrd="3" destOrd="0" parTransId="{2704FA7D-300B-4FB3-BCD0-67709A49F855}" sibTransId="{65E6CE9D-FB4F-4DC7-BB76-730C28625CD4}"/>
    <dgm:cxn modelId="{E55934F1-062D-45FA-8DD7-9FA674597384}" type="presOf" srcId="{8C0F97B1-4406-4BBA-A4B5-D1E978C25938}" destId="{2FF90DED-7AB8-425F-9E70-4B955F7AB811}" srcOrd="0" destOrd="2" presId="urn:microsoft.com/office/officeart/2005/8/layout/vList5"/>
    <dgm:cxn modelId="{0E8327F9-89D6-4E54-BEDB-B3956CF4C70D}" srcId="{72EE30CB-1CCF-48CE-9823-7948A76F1062}" destId="{EFCA0CD0-D8AE-43F1-B194-48B8C3B2BA4F}" srcOrd="0" destOrd="0" parTransId="{93DE6F7A-9E48-4D97-BC6F-371537E9E9CD}" sibTransId="{306B243A-36CC-430A-9567-205DFAFDE0ED}"/>
    <dgm:cxn modelId="{8855E3BC-463D-4CF0-9853-51C25F54996D}" type="presParOf" srcId="{8FCE2995-B1E0-4557-9E16-C3713EE050F4}" destId="{2CD5663A-7474-4811-ACFE-1760B4FA5496}" srcOrd="0" destOrd="0" presId="urn:microsoft.com/office/officeart/2005/8/layout/vList5"/>
    <dgm:cxn modelId="{E3458F83-7036-4F2F-91D7-084BB2A9D4AB}" type="presParOf" srcId="{2CD5663A-7474-4811-ACFE-1760B4FA5496}" destId="{880A63B3-A5E7-47D5-A690-2BC452C46A71}" srcOrd="0" destOrd="0" presId="urn:microsoft.com/office/officeart/2005/8/layout/vList5"/>
    <dgm:cxn modelId="{4F19FCA7-FDC2-421D-99AE-DB83B157EB90}" type="presParOf" srcId="{2CD5663A-7474-4811-ACFE-1760B4FA5496}" destId="{E78699CD-BC98-49F4-8352-FA9CBAE81F31}" srcOrd="1" destOrd="0" presId="urn:microsoft.com/office/officeart/2005/8/layout/vList5"/>
    <dgm:cxn modelId="{E94113BC-4B30-4B77-BFCC-0035CF7E48AE}" type="presParOf" srcId="{8FCE2995-B1E0-4557-9E16-C3713EE050F4}" destId="{4F485D29-D7A7-49BB-99B6-640ED140FC5A}" srcOrd="1" destOrd="0" presId="urn:microsoft.com/office/officeart/2005/8/layout/vList5"/>
    <dgm:cxn modelId="{2E0F593A-303C-49F1-9F62-9C52BC31CD70}" type="presParOf" srcId="{8FCE2995-B1E0-4557-9E16-C3713EE050F4}" destId="{DA6EE6B4-B793-4638-8FE4-2FFFCE2F7458}" srcOrd="2" destOrd="0" presId="urn:microsoft.com/office/officeart/2005/8/layout/vList5"/>
    <dgm:cxn modelId="{3E7B0D36-DE04-4202-A181-58F8EB3D6DA6}" type="presParOf" srcId="{DA6EE6B4-B793-4638-8FE4-2FFFCE2F7458}" destId="{55EB8CE0-344B-4849-8A39-8FCF9A712465}" srcOrd="0" destOrd="0" presId="urn:microsoft.com/office/officeart/2005/8/layout/vList5"/>
    <dgm:cxn modelId="{C7C9E446-2F94-442D-B55E-D9974D86D101}" type="presParOf" srcId="{DA6EE6B4-B793-4638-8FE4-2FFFCE2F7458}" destId="{5A1DF56F-913D-4199-B01B-929D5598DF04}" srcOrd="1" destOrd="0" presId="urn:microsoft.com/office/officeart/2005/8/layout/vList5"/>
    <dgm:cxn modelId="{27B65BE5-D122-43BA-A690-8597EA204617}" type="presParOf" srcId="{8FCE2995-B1E0-4557-9E16-C3713EE050F4}" destId="{675462AE-BEFE-4BC8-8003-BE42B7770725}" srcOrd="3" destOrd="0" presId="urn:microsoft.com/office/officeart/2005/8/layout/vList5"/>
    <dgm:cxn modelId="{16D20FE6-3251-4757-BEDC-41918D3436DC}" type="presParOf" srcId="{8FCE2995-B1E0-4557-9E16-C3713EE050F4}" destId="{AEFB63FD-153C-4FD8-A062-804FAFDD7C3C}" srcOrd="4" destOrd="0" presId="urn:microsoft.com/office/officeart/2005/8/layout/vList5"/>
    <dgm:cxn modelId="{55DA8496-C161-4811-901F-1F27D2793BD1}" type="presParOf" srcId="{AEFB63FD-153C-4FD8-A062-804FAFDD7C3C}" destId="{E9F6A10C-D92E-494D-BADC-C882812A064B}" srcOrd="0" destOrd="0" presId="urn:microsoft.com/office/officeart/2005/8/layout/vList5"/>
    <dgm:cxn modelId="{A32502C0-595B-4195-ADC9-A16EBBC9A479}" type="presParOf" srcId="{AEFB63FD-153C-4FD8-A062-804FAFDD7C3C}" destId="{75ABEA41-4998-4D42-B37E-00E548820B2A}" srcOrd="1" destOrd="0" presId="urn:microsoft.com/office/officeart/2005/8/layout/vList5"/>
    <dgm:cxn modelId="{EC75E258-A949-441F-A17C-9181EEB9B25F}" type="presParOf" srcId="{8FCE2995-B1E0-4557-9E16-C3713EE050F4}" destId="{55351B9C-9CC3-4C7C-B13E-03BDB9CD362F}" srcOrd="5" destOrd="0" presId="urn:microsoft.com/office/officeart/2005/8/layout/vList5"/>
    <dgm:cxn modelId="{C971A6B2-7393-406A-AA57-07E4E2B2E79A}" type="presParOf" srcId="{8FCE2995-B1E0-4557-9E16-C3713EE050F4}" destId="{A7A03528-9AFB-40D1-AF48-11F321166A93}" srcOrd="6" destOrd="0" presId="urn:microsoft.com/office/officeart/2005/8/layout/vList5"/>
    <dgm:cxn modelId="{668319BD-0D02-4859-AA9E-D97FC6AF6647}" type="presParOf" srcId="{A7A03528-9AFB-40D1-AF48-11F321166A93}" destId="{F36F0AE0-44DA-4622-AF47-AFE1403DC508}" srcOrd="0" destOrd="0" presId="urn:microsoft.com/office/officeart/2005/8/layout/vList5"/>
    <dgm:cxn modelId="{B447B3F9-FA76-4DC7-AD32-DA74B7F5CA70}" type="presParOf" srcId="{A7A03528-9AFB-40D1-AF48-11F321166A93}" destId="{2FF90DED-7AB8-425F-9E70-4B955F7AB81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EC6693-EE01-4AC1-90C2-DEF904C2E4CC}">
      <dsp:nvSpPr>
        <dsp:cNvPr id="0" name=""/>
        <dsp:cNvSpPr/>
      </dsp:nvSpPr>
      <dsp:spPr>
        <a:xfrm rot="5400000">
          <a:off x="5233810" y="-2286400"/>
          <a:ext cx="452601" cy="513892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Design de estrutura física</a:t>
          </a:r>
          <a:endParaRPr lang="pt-BR" sz="800" kern="1200" noProof="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Seleção de materiais</a:t>
          </a:r>
          <a:endParaRPr lang="pt-BR" sz="800" kern="1200" noProof="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Design de sistemas de movimento (por exemplo, rodas, pernas, braços)</a:t>
          </a:r>
          <a:endParaRPr lang="pt-BR" sz="800" kern="1200" noProof="0" dirty="0"/>
        </a:p>
      </dsp:txBody>
      <dsp:txXfrm rot="-5400000">
        <a:off x="2890647" y="78857"/>
        <a:ext cx="5116834" cy="408413"/>
      </dsp:txXfrm>
    </dsp:sp>
    <dsp:sp modelId="{E2B4EC07-2D94-425E-869B-097C4BE349A9}">
      <dsp:nvSpPr>
        <dsp:cNvPr id="0" name=""/>
        <dsp:cNvSpPr/>
      </dsp:nvSpPr>
      <dsp:spPr>
        <a:xfrm>
          <a:off x="0" y="187"/>
          <a:ext cx="2890647" cy="56575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i="0" kern="1200" noProof="0" dirty="0"/>
            <a:t>Design de Mecanismos</a:t>
          </a:r>
          <a:endParaRPr lang="pt-BR" sz="1600" kern="1200" noProof="0" dirty="0"/>
        </a:p>
      </dsp:txBody>
      <dsp:txXfrm>
        <a:off x="27618" y="27805"/>
        <a:ext cx="2835411" cy="510515"/>
      </dsp:txXfrm>
    </dsp:sp>
    <dsp:sp modelId="{9FBC2D9B-4DCB-4B6D-82B0-B226CCD6F9C9}">
      <dsp:nvSpPr>
        <dsp:cNvPr id="0" name=""/>
        <dsp:cNvSpPr/>
      </dsp:nvSpPr>
      <dsp:spPr>
        <a:xfrm rot="5400000">
          <a:off x="5233810" y="-1692361"/>
          <a:ext cx="452601" cy="513892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Design de circuitos</a:t>
          </a:r>
          <a:endParaRPr lang="pt-BR" sz="800" kern="1200" noProof="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Seleção de componentes eletrônicos</a:t>
          </a:r>
          <a:endParaRPr lang="pt-BR" sz="800" kern="1200" noProof="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Integração de sistemas</a:t>
          </a:r>
          <a:endParaRPr lang="pt-BR" sz="800" kern="1200" noProof="0" dirty="0"/>
        </a:p>
      </dsp:txBody>
      <dsp:txXfrm rot="-5400000">
        <a:off x="2890647" y="672896"/>
        <a:ext cx="5116834" cy="408413"/>
      </dsp:txXfrm>
    </dsp:sp>
    <dsp:sp modelId="{E90F5C4C-5E05-4F06-A3F9-1FC645B61C37}">
      <dsp:nvSpPr>
        <dsp:cNvPr id="0" name=""/>
        <dsp:cNvSpPr/>
      </dsp:nvSpPr>
      <dsp:spPr>
        <a:xfrm>
          <a:off x="0" y="594226"/>
          <a:ext cx="2890647" cy="56575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i="0" kern="1200" noProof="0" dirty="0"/>
            <a:t>Eletrônica Embarcada</a:t>
          </a:r>
          <a:endParaRPr lang="pt-BR" sz="1600" kern="1200" noProof="0" dirty="0"/>
        </a:p>
      </dsp:txBody>
      <dsp:txXfrm>
        <a:off x="27618" y="621844"/>
        <a:ext cx="2835411" cy="510515"/>
      </dsp:txXfrm>
    </dsp:sp>
    <dsp:sp modelId="{3A3C5CF3-FE0C-4C18-8084-566B0CA4D147}">
      <dsp:nvSpPr>
        <dsp:cNvPr id="0" name=""/>
        <dsp:cNvSpPr/>
      </dsp:nvSpPr>
      <dsp:spPr>
        <a:xfrm rot="5400000">
          <a:off x="5233810" y="-1098322"/>
          <a:ext cx="452601" cy="513892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Processadores e microcontroladores</a:t>
          </a:r>
          <a:endParaRPr lang="pt-BR" sz="800" kern="1200" noProof="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Redes de comunicação e protocolos</a:t>
          </a:r>
          <a:endParaRPr lang="pt-BR" sz="800" kern="1200" noProof="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Sistemas operacionais e software embarcado</a:t>
          </a:r>
          <a:endParaRPr lang="pt-BR" sz="800" kern="1200" noProof="0" dirty="0"/>
        </a:p>
      </dsp:txBody>
      <dsp:txXfrm rot="-5400000">
        <a:off x="2890647" y="1266935"/>
        <a:ext cx="5116834" cy="408413"/>
      </dsp:txXfrm>
    </dsp:sp>
    <dsp:sp modelId="{085787BB-D985-4F5A-8638-FF2E1276611D}">
      <dsp:nvSpPr>
        <dsp:cNvPr id="0" name=""/>
        <dsp:cNvSpPr/>
      </dsp:nvSpPr>
      <dsp:spPr>
        <a:xfrm>
          <a:off x="0" y="1188265"/>
          <a:ext cx="2890647" cy="56575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i="0" kern="1200" noProof="0" dirty="0"/>
            <a:t>Computação e Redes</a:t>
          </a:r>
          <a:endParaRPr lang="pt-BR" sz="1600" kern="1200" noProof="0" dirty="0"/>
        </a:p>
      </dsp:txBody>
      <dsp:txXfrm>
        <a:off x="27618" y="1215883"/>
        <a:ext cx="2835411" cy="510515"/>
      </dsp:txXfrm>
    </dsp:sp>
    <dsp:sp modelId="{629DA292-C147-424B-B7C6-743010BBAD98}">
      <dsp:nvSpPr>
        <dsp:cNvPr id="0" name=""/>
        <dsp:cNvSpPr/>
      </dsp:nvSpPr>
      <dsp:spPr>
        <a:xfrm rot="5400000">
          <a:off x="5233810" y="-504283"/>
          <a:ext cx="452601" cy="513892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Seleção e integração de sensores (por exemplo, sensores de distância, sensores de temperatura)</a:t>
          </a:r>
          <a:endParaRPr lang="pt-BR" sz="800" kern="1200" noProof="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Atuadores (por exemplo, motores, servos)</a:t>
          </a:r>
          <a:endParaRPr lang="pt-BR" sz="800" kern="1200" noProof="0" dirty="0"/>
        </a:p>
      </dsp:txBody>
      <dsp:txXfrm rot="-5400000">
        <a:off x="2890647" y="1860974"/>
        <a:ext cx="5116834" cy="408413"/>
      </dsp:txXfrm>
    </dsp:sp>
    <dsp:sp modelId="{5D9700AC-1CF2-4FA9-85E1-119C6C4B6769}">
      <dsp:nvSpPr>
        <dsp:cNvPr id="0" name=""/>
        <dsp:cNvSpPr/>
      </dsp:nvSpPr>
      <dsp:spPr>
        <a:xfrm>
          <a:off x="0" y="1782304"/>
          <a:ext cx="2890647" cy="56575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i="0" kern="1200" noProof="0" dirty="0"/>
            <a:t>Sensores e Atuadores</a:t>
          </a:r>
          <a:endParaRPr lang="pt-BR" sz="1600" kern="1200" noProof="0" dirty="0"/>
        </a:p>
      </dsp:txBody>
      <dsp:txXfrm>
        <a:off x="27618" y="1809922"/>
        <a:ext cx="2835411" cy="510515"/>
      </dsp:txXfrm>
    </dsp:sp>
    <dsp:sp modelId="{5A1DF56F-913D-4199-B01B-929D5598DF04}">
      <dsp:nvSpPr>
        <dsp:cNvPr id="0" name=""/>
        <dsp:cNvSpPr/>
      </dsp:nvSpPr>
      <dsp:spPr>
        <a:xfrm rot="5400000">
          <a:off x="5233810" y="89754"/>
          <a:ext cx="452601" cy="513892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Teoria de controle</a:t>
          </a:r>
          <a:endParaRPr lang="pt-BR" sz="800" kern="1200" noProof="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Algoritmos de controle (por exemplo, PID)</a:t>
          </a:r>
          <a:endParaRPr lang="pt-BR" sz="800" kern="1200" noProof="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Controle em tempo real</a:t>
          </a:r>
          <a:endParaRPr lang="pt-BR" sz="800" kern="1200" noProof="0" dirty="0"/>
        </a:p>
      </dsp:txBody>
      <dsp:txXfrm rot="-5400000">
        <a:off x="2890647" y="2455011"/>
        <a:ext cx="5116834" cy="408413"/>
      </dsp:txXfrm>
    </dsp:sp>
    <dsp:sp modelId="{55EB8CE0-344B-4849-8A39-8FCF9A712465}">
      <dsp:nvSpPr>
        <dsp:cNvPr id="0" name=""/>
        <dsp:cNvSpPr/>
      </dsp:nvSpPr>
      <dsp:spPr>
        <a:xfrm>
          <a:off x="0" y="2376343"/>
          <a:ext cx="2890647" cy="56575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i="0" kern="1200" noProof="0" dirty="0"/>
            <a:t>Controle</a:t>
          </a:r>
          <a:endParaRPr lang="pt-BR" sz="1600" kern="1200" noProof="0" dirty="0"/>
        </a:p>
      </dsp:txBody>
      <dsp:txXfrm>
        <a:off x="27618" y="2403961"/>
        <a:ext cx="2835411" cy="510515"/>
      </dsp:txXfrm>
    </dsp:sp>
    <dsp:sp modelId="{75ABEA41-4998-4D42-B37E-00E548820B2A}">
      <dsp:nvSpPr>
        <dsp:cNvPr id="0" name=""/>
        <dsp:cNvSpPr/>
      </dsp:nvSpPr>
      <dsp:spPr>
        <a:xfrm rot="5400000">
          <a:off x="5233810" y="683793"/>
          <a:ext cx="452601" cy="513892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Algoritmos de planejamento de trajetória</a:t>
          </a:r>
          <a:endParaRPr lang="pt-BR" sz="800" kern="1200" noProof="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Tomada de decisão autônoma</a:t>
          </a:r>
          <a:endParaRPr lang="pt-BR" sz="800" kern="1200" noProof="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Aprendizado de máquina e IA para seleção de ações</a:t>
          </a:r>
          <a:endParaRPr lang="pt-BR" sz="800" kern="1200" noProof="0" dirty="0"/>
        </a:p>
      </dsp:txBody>
      <dsp:txXfrm rot="-5400000">
        <a:off x="2890647" y="3049050"/>
        <a:ext cx="5116834" cy="408413"/>
      </dsp:txXfrm>
    </dsp:sp>
    <dsp:sp modelId="{E9F6A10C-D92E-494D-BADC-C882812A064B}">
      <dsp:nvSpPr>
        <dsp:cNvPr id="0" name=""/>
        <dsp:cNvSpPr/>
      </dsp:nvSpPr>
      <dsp:spPr>
        <a:xfrm>
          <a:off x="0" y="2970382"/>
          <a:ext cx="2890647" cy="56575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i="0" kern="1200" noProof="0" dirty="0"/>
            <a:t>Planejamento e Seleção de Ações</a:t>
          </a:r>
          <a:endParaRPr lang="pt-BR" sz="1600" kern="1200" noProof="0" dirty="0"/>
        </a:p>
      </dsp:txBody>
      <dsp:txXfrm>
        <a:off x="27618" y="2998000"/>
        <a:ext cx="2835411" cy="510515"/>
      </dsp:txXfrm>
    </dsp:sp>
    <dsp:sp modelId="{2FF90DED-7AB8-425F-9E70-4B955F7AB811}">
      <dsp:nvSpPr>
        <dsp:cNvPr id="0" name=""/>
        <dsp:cNvSpPr/>
      </dsp:nvSpPr>
      <dsp:spPr>
        <a:xfrm rot="5400000">
          <a:off x="5233810" y="1277832"/>
          <a:ext cx="452601" cy="513892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Processamento de imagem</a:t>
          </a:r>
          <a:endParaRPr lang="pt-BR" sz="800" kern="1200" noProof="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Reconhecimento de objetos</a:t>
          </a:r>
          <a:endParaRPr lang="pt-BR" sz="800" kern="1200" noProof="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Navegação baseada em visão</a:t>
          </a:r>
          <a:endParaRPr lang="pt-BR" sz="800" kern="1200" noProof="0" dirty="0"/>
        </a:p>
      </dsp:txBody>
      <dsp:txXfrm rot="-5400000">
        <a:off x="2890647" y="3643089"/>
        <a:ext cx="5116834" cy="408413"/>
      </dsp:txXfrm>
    </dsp:sp>
    <dsp:sp modelId="{F36F0AE0-44DA-4622-AF47-AFE1403DC508}">
      <dsp:nvSpPr>
        <dsp:cNvPr id="0" name=""/>
        <dsp:cNvSpPr/>
      </dsp:nvSpPr>
      <dsp:spPr>
        <a:xfrm>
          <a:off x="0" y="3564421"/>
          <a:ext cx="2890647" cy="56575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i="0" kern="1200" noProof="0" dirty="0"/>
            <a:t>Visão Robótica</a:t>
          </a:r>
          <a:endParaRPr lang="pt-BR" sz="1600" kern="1200" noProof="0" dirty="0"/>
        </a:p>
      </dsp:txBody>
      <dsp:txXfrm>
        <a:off x="27618" y="3592039"/>
        <a:ext cx="2835411" cy="510515"/>
      </dsp:txXfrm>
    </dsp:sp>
    <dsp:sp modelId="{2F5B2F36-C3AE-4B42-BA63-C4E724E8E813}">
      <dsp:nvSpPr>
        <dsp:cNvPr id="0" name=""/>
        <dsp:cNvSpPr/>
      </dsp:nvSpPr>
      <dsp:spPr>
        <a:xfrm rot="5400000">
          <a:off x="5233810" y="1871871"/>
          <a:ext cx="452601" cy="513892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Design de interface do usuário</a:t>
          </a:r>
          <a:endParaRPr lang="pt-BR" sz="800" kern="1200" noProof="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Comunicação homem-máquina</a:t>
          </a:r>
          <a:endParaRPr lang="pt-BR" sz="800" kern="1200" noProof="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0" i="0" kern="1200" noProof="0" dirty="0"/>
            <a:t>Segurança na interação com humanos</a:t>
          </a:r>
          <a:endParaRPr lang="pt-BR" sz="800" kern="1200" noProof="0" dirty="0"/>
        </a:p>
      </dsp:txBody>
      <dsp:txXfrm rot="-5400000">
        <a:off x="2890647" y="4237128"/>
        <a:ext cx="5116834" cy="408413"/>
      </dsp:txXfrm>
    </dsp:sp>
    <dsp:sp modelId="{68941AAD-F5D5-4A7E-B2D2-D31BB6778818}">
      <dsp:nvSpPr>
        <dsp:cNvPr id="0" name=""/>
        <dsp:cNvSpPr/>
      </dsp:nvSpPr>
      <dsp:spPr>
        <a:xfrm>
          <a:off x="0" y="4158460"/>
          <a:ext cx="2890647" cy="56575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i="0" kern="1200" noProof="0" dirty="0"/>
            <a:t>Interação Humano-Robô</a:t>
          </a:r>
          <a:endParaRPr lang="pt-BR" sz="1600" kern="1200" noProof="0" dirty="0"/>
        </a:p>
      </dsp:txBody>
      <dsp:txXfrm>
        <a:off x="27618" y="4186078"/>
        <a:ext cx="2835411" cy="5105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8699CD-BC98-49F4-8352-FA9CBAE81F31}">
      <dsp:nvSpPr>
        <dsp:cNvPr id="0" name=""/>
        <dsp:cNvSpPr/>
      </dsp:nvSpPr>
      <dsp:spPr>
        <a:xfrm rot="5400000">
          <a:off x="5005203" y="-1998464"/>
          <a:ext cx="909815" cy="513892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0" i="0" kern="1200" noProof="0" dirty="0"/>
            <a:t>Seleção e integração de sensores (por exemplo, sensores de distância, sensores de temperatura)</a:t>
          </a:r>
          <a:endParaRPr lang="pt-BR" sz="160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0" i="0" kern="1200" noProof="0" dirty="0">
              <a:solidFill>
                <a:schemeClr val="accent2">
                  <a:lumMod val="20000"/>
                  <a:lumOff val="80000"/>
                </a:schemeClr>
              </a:solidFill>
            </a:rPr>
            <a:t>Atuadores (por exemplo, motores, servos)</a:t>
          </a:r>
          <a:endParaRPr lang="pt-BR" sz="1600" kern="1200" noProof="0" dirty="0">
            <a:solidFill>
              <a:schemeClr val="accent2">
                <a:lumMod val="20000"/>
                <a:lumOff val="80000"/>
              </a:schemeClr>
            </a:solidFill>
          </a:endParaRPr>
        </a:p>
      </dsp:txBody>
      <dsp:txXfrm rot="-5400000">
        <a:off x="2890647" y="160506"/>
        <a:ext cx="5094514" cy="820987"/>
      </dsp:txXfrm>
    </dsp:sp>
    <dsp:sp modelId="{880A63B3-A5E7-47D5-A690-2BC452C46A71}">
      <dsp:nvSpPr>
        <dsp:cNvPr id="0" name=""/>
        <dsp:cNvSpPr/>
      </dsp:nvSpPr>
      <dsp:spPr>
        <a:xfrm>
          <a:off x="0" y="2364"/>
          <a:ext cx="2890647" cy="113726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i="0" kern="1200" noProof="0" dirty="0"/>
            <a:t>Sensores e Atuadores</a:t>
          </a:r>
          <a:endParaRPr lang="pt-BR" sz="2800" kern="1200" noProof="0" dirty="0"/>
        </a:p>
      </dsp:txBody>
      <dsp:txXfrm>
        <a:off x="55517" y="57881"/>
        <a:ext cx="2779613" cy="1026235"/>
      </dsp:txXfrm>
    </dsp:sp>
    <dsp:sp modelId="{5A1DF56F-913D-4199-B01B-929D5598DF04}">
      <dsp:nvSpPr>
        <dsp:cNvPr id="0" name=""/>
        <dsp:cNvSpPr/>
      </dsp:nvSpPr>
      <dsp:spPr>
        <a:xfrm rot="5400000">
          <a:off x="5005203" y="-804331"/>
          <a:ext cx="909815" cy="513892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0" i="0" kern="1200" noProof="0" dirty="0">
              <a:solidFill>
                <a:srgbClr val="C0504D">
                  <a:lumMod val="20000"/>
                  <a:lumOff val="80000"/>
                </a:srgbClr>
              </a:solidFill>
              <a:latin typeface="Calibri"/>
              <a:ea typeface="Arial"/>
              <a:cs typeface="Arial"/>
            </a:rPr>
            <a:t>Teoria de controle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0" i="0" kern="1200" noProof="0" dirty="0"/>
            <a:t>Algoritmos de controle (por exemplo, PID)</a:t>
          </a:r>
          <a:endParaRPr lang="pt-BR" sz="1600" b="0" i="0" kern="1200" noProof="0" dirty="0">
            <a:solidFill>
              <a:srgbClr val="C0504D">
                <a:lumMod val="20000"/>
                <a:lumOff val="80000"/>
              </a:srgbClr>
            </a:solidFill>
            <a:latin typeface="Calibri"/>
            <a:ea typeface="Arial"/>
            <a:cs typeface="Arial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0" i="0" kern="1200" noProof="0" dirty="0">
              <a:solidFill>
                <a:srgbClr val="C0504D">
                  <a:lumMod val="20000"/>
                  <a:lumOff val="80000"/>
                </a:srgbClr>
              </a:solidFill>
              <a:latin typeface="Calibri"/>
              <a:ea typeface="Arial"/>
              <a:cs typeface="Arial"/>
            </a:rPr>
            <a:t>Controle em tempo real</a:t>
          </a:r>
        </a:p>
      </dsp:txBody>
      <dsp:txXfrm rot="-5400000">
        <a:off x="2890647" y="1354639"/>
        <a:ext cx="5094514" cy="820987"/>
      </dsp:txXfrm>
    </dsp:sp>
    <dsp:sp modelId="{55EB8CE0-344B-4849-8A39-8FCF9A712465}">
      <dsp:nvSpPr>
        <dsp:cNvPr id="0" name=""/>
        <dsp:cNvSpPr/>
      </dsp:nvSpPr>
      <dsp:spPr>
        <a:xfrm>
          <a:off x="0" y="1196497"/>
          <a:ext cx="2890647" cy="113726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i="0" kern="1200" noProof="0" dirty="0"/>
            <a:t>Controle</a:t>
          </a:r>
          <a:endParaRPr lang="pt-BR" sz="2800" kern="1200" noProof="0" dirty="0"/>
        </a:p>
      </dsp:txBody>
      <dsp:txXfrm>
        <a:off x="55517" y="1252014"/>
        <a:ext cx="2779613" cy="1026235"/>
      </dsp:txXfrm>
    </dsp:sp>
    <dsp:sp modelId="{75ABEA41-4998-4D42-B37E-00E548820B2A}">
      <dsp:nvSpPr>
        <dsp:cNvPr id="0" name=""/>
        <dsp:cNvSpPr/>
      </dsp:nvSpPr>
      <dsp:spPr>
        <a:xfrm rot="5400000">
          <a:off x="5005203" y="389802"/>
          <a:ext cx="909815" cy="513892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0" i="0" kern="1200" noProof="0" dirty="0"/>
            <a:t>Algoritmos de planejamento de trajetória</a:t>
          </a:r>
          <a:endParaRPr lang="pt-BR" sz="160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0" i="0" kern="1200" noProof="0" dirty="0"/>
            <a:t>Tomada de decisão autônoma</a:t>
          </a:r>
          <a:endParaRPr lang="pt-BR" sz="160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0" i="0" kern="1200" noProof="0" dirty="0">
              <a:solidFill>
                <a:schemeClr val="accent2">
                  <a:lumMod val="20000"/>
                  <a:lumOff val="80000"/>
                </a:schemeClr>
              </a:solidFill>
            </a:rPr>
            <a:t>Aprendizado de máquina e IA para seleção de ações</a:t>
          </a:r>
          <a:endParaRPr lang="pt-BR" sz="1600" kern="1200" noProof="0" dirty="0">
            <a:solidFill>
              <a:schemeClr val="accent2">
                <a:lumMod val="20000"/>
                <a:lumOff val="80000"/>
              </a:schemeClr>
            </a:solidFill>
          </a:endParaRPr>
        </a:p>
      </dsp:txBody>
      <dsp:txXfrm rot="-5400000">
        <a:off x="2890647" y="2548772"/>
        <a:ext cx="5094514" cy="820987"/>
      </dsp:txXfrm>
    </dsp:sp>
    <dsp:sp modelId="{E9F6A10C-D92E-494D-BADC-C882812A064B}">
      <dsp:nvSpPr>
        <dsp:cNvPr id="0" name=""/>
        <dsp:cNvSpPr/>
      </dsp:nvSpPr>
      <dsp:spPr>
        <a:xfrm>
          <a:off x="0" y="2390631"/>
          <a:ext cx="2890647" cy="113726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i="0" kern="1200" noProof="0" dirty="0"/>
            <a:t>Planejamento e Seleção de Ações</a:t>
          </a:r>
          <a:endParaRPr lang="pt-BR" sz="2800" kern="1200" noProof="0" dirty="0"/>
        </a:p>
      </dsp:txBody>
      <dsp:txXfrm>
        <a:off x="55517" y="2446148"/>
        <a:ext cx="2779613" cy="1026235"/>
      </dsp:txXfrm>
    </dsp:sp>
    <dsp:sp modelId="{2FF90DED-7AB8-425F-9E70-4B955F7AB811}">
      <dsp:nvSpPr>
        <dsp:cNvPr id="0" name=""/>
        <dsp:cNvSpPr/>
      </dsp:nvSpPr>
      <dsp:spPr>
        <a:xfrm rot="5400000">
          <a:off x="5005203" y="1583935"/>
          <a:ext cx="909815" cy="513892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0" i="0" kern="1200" noProof="0" dirty="0"/>
            <a:t>Processamento de imagem</a:t>
          </a:r>
          <a:endParaRPr lang="pt-BR" sz="160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0" i="0" kern="1200" noProof="0" dirty="0"/>
            <a:t>Reconhecimento de objetos</a:t>
          </a:r>
          <a:endParaRPr lang="pt-BR" sz="160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0" i="0" kern="1200" noProof="0" dirty="0"/>
            <a:t>Navegação baseada em visão</a:t>
          </a:r>
          <a:endParaRPr lang="pt-BR" sz="1600" kern="1200" noProof="0" dirty="0"/>
        </a:p>
      </dsp:txBody>
      <dsp:txXfrm rot="-5400000">
        <a:off x="2890647" y="3742905"/>
        <a:ext cx="5094514" cy="820987"/>
      </dsp:txXfrm>
    </dsp:sp>
    <dsp:sp modelId="{F36F0AE0-44DA-4622-AF47-AFE1403DC508}">
      <dsp:nvSpPr>
        <dsp:cNvPr id="0" name=""/>
        <dsp:cNvSpPr/>
      </dsp:nvSpPr>
      <dsp:spPr>
        <a:xfrm>
          <a:off x="0" y="3584764"/>
          <a:ext cx="2890647" cy="113726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i="0" kern="1200" noProof="0" dirty="0"/>
            <a:t>Visão Robótica</a:t>
          </a:r>
          <a:endParaRPr lang="pt-BR" sz="2800" kern="1200" noProof="0" dirty="0"/>
        </a:p>
      </dsp:txBody>
      <dsp:txXfrm>
        <a:off x="55517" y="3640281"/>
        <a:ext cx="2779613" cy="10262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Padrão da indústria e academia</a:t>
            </a:r>
            <a:endParaRPr sz="1200"/>
          </a:p>
          <a:p>
            <a:pPr>
              <a:defRPr/>
            </a:pP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Primeira versão lançada em 2009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ítulo 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pPr>
              <a:defRPr/>
            </a:pPr>
            <a:fld id="{F2B7900D-0734-4F15-9F08-6F03FB6F6514}" type="datetimeFigureOut">
              <a:rPr lang="pt-BR"/>
              <a:t>08/08/2026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pPr>
              <a:defRPr/>
            </a:pPr>
            <a:fld id="{7FFE5E5C-C80A-4D8D-A711-3102A7BA9258}" type="slidenum">
              <a:rPr lang="pt-BR"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2856" y="0"/>
            <a:ext cx="9138285" cy="6858000"/>
          </a:xfrm>
          <a:prstGeom prst="rect">
            <a:avLst/>
          </a:prstGeom>
        </p:spPr>
      </p:pic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 bwMode="auto">
          <a:xfrm>
            <a:off x="966786" y="2714625"/>
            <a:ext cx="7343775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pt-BR"/>
              <a:t>Clique para editar o título</a:t>
            </a:r>
            <a:endParaRPr/>
          </a:p>
        </p:txBody>
      </p:sp>
      <p:sp>
        <p:nvSpPr>
          <p:cNvPr id="10" name="Espaço Reservado para Conteúdo 2"/>
          <p:cNvSpPr>
            <a:spLocks noGrp="1"/>
          </p:cNvSpPr>
          <p:nvPr>
            <p:ph idx="13" hasCustomPrompt="1"/>
          </p:nvPr>
        </p:nvSpPr>
        <p:spPr bwMode="auto">
          <a:xfrm>
            <a:off x="966786" y="3429001"/>
            <a:ext cx="7343775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pt-BR"/>
              <a:t>Clique para editar o subtítulo</a:t>
            </a:r>
            <a:endParaRPr/>
          </a:p>
        </p:txBody>
      </p:sp>
      <p:sp>
        <p:nvSpPr>
          <p:cNvPr id="11" name="Espaço Reservado para Conteúdo 2"/>
          <p:cNvSpPr>
            <a:spLocks noGrp="1"/>
          </p:cNvSpPr>
          <p:nvPr>
            <p:ph idx="14" hasCustomPrompt="1"/>
          </p:nvPr>
        </p:nvSpPr>
        <p:spPr bwMode="auto">
          <a:xfrm>
            <a:off x="900111" y="6356349"/>
            <a:ext cx="7343775" cy="238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 b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pt-BR"/>
              <a:t>Clique para editar a data e o nome da área ou disciplina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/>
          </p:nvPr>
        </p:nvSpPr>
        <p:spPr bwMode="auto"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657225" y="1485900"/>
            <a:ext cx="8029575" cy="47243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>
              <a:defRPr/>
            </a:pPr>
            <a:r>
              <a:rPr lang="pt-BR"/>
              <a:t>Clique para editar o chapéu mestre</a:t>
            </a:r>
            <a:endParaRPr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194424"/>
            <a:ext cx="21336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A0801-BB33-4F6A-ADD2-35B07A2D74D7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2B7900D-0734-4F15-9F08-6F03FB6F6514}" type="datetimeFigureOut">
              <a:rPr lang="pt-BR"/>
              <a:t>08/08/2026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 bwMode="auto"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>
              <a:defRPr/>
            </a:pPr>
            <a:r>
              <a:rPr lang="pt-BR"/>
              <a:t>Clique para editar o chapéu mestre</a:t>
            </a:r>
            <a:endParaRPr/>
          </a:p>
        </p:txBody>
      </p:sp>
      <p:sp>
        <p:nvSpPr>
          <p:cNvPr id="18" name="Espaço Reservado para Texto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714875" y="1484313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Clique para editar subtítulo mestre</a:t>
            </a:r>
            <a:endParaRPr/>
          </a:p>
        </p:txBody>
      </p:sp>
      <p:sp>
        <p:nvSpPr>
          <p:cNvPr id="20" name="Espaço Reservado para Texto 4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57225" y="1487488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Clique para editar subtítulo mestre</a:t>
            </a:r>
            <a:endParaRPr/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657225" y="2181225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 bwMode="auto">
          <a:xfrm>
            <a:off x="4714875" y="2190750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11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194424"/>
            <a:ext cx="21336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A0801-BB33-4F6A-ADD2-35B07A2D74D7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2B7900D-0734-4F15-9F08-6F03FB6F6514}" type="datetimeFigureOut">
              <a:rPr lang="pt-BR"/>
              <a:t>08/08/2026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 bwMode="auto"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>
              <a:defRPr/>
            </a:pPr>
            <a:r>
              <a:rPr lang="pt-BR"/>
              <a:t>Clique para editar o chapéu mestre</a:t>
            </a:r>
            <a:endParaRPr/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657225" y="1476375"/>
            <a:ext cx="3971925" cy="4667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 bwMode="auto"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10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194424"/>
            <a:ext cx="21336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A0801-BB33-4F6A-ADD2-35B07A2D74D7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2B7900D-0734-4F15-9F08-6F03FB6F6514}" type="datetimeFigureOut">
              <a:rPr lang="pt-BR"/>
              <a:t>08/08/2026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 bwMode="auto"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>
              <a:defRPr/>
            </a:pPr>
            <a:r>
              <a:rPr lang="pt-BR"/>
              <a:t>Clique para editar o chapéu mestre</a:t>
            </a:r>
            <a:endParaRPr/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657225" y="1476374"/>
            <a:ext cx="3971925" cy="2428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 bwMode="auto"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10" name="Espaço Reservado para Imagem 2"/>
          <p:cNvSpPr>
            <a:spLocks noGrp="1"/>
          </p:cNvSpPr>
          <p:nvPr>
            <p:ph type="pic" idx="15"/>
          </p:nvPr>
        </p:nvSpPr>
        <p:spPr bwMode="auto">
          <a:xfrm>
            <a:off x="657224" y="4086225"/>
            <a:ext cx="3971925" cy="170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pt-BR"/>
          </a:p>
        </p:txBody>
      </p:sp>
      <p:sp>
        <p:nvSpPr>
          <p:cNvPr id="11" name="Espaço Reservado para Texto 7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57225" y="5791200"/>
            <a:ext cx="3971924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0" i="1">
                <a:solidFill>
                  <a:srgbClr val="BCBEC0"/>
                </a:solidFill>
              </a:defRPr>
            </a:lvl1pPr>
          </a:lstStyle>
          <a:p>
            <a:pPr lvl="0">
              <a:defRPr/>
            </a:pPr>
            <a:r>
              <a:rPr lang="pt-BR"/>
              <a:t>Clique para editar a legenda mestre</a:t>
            </a:r>
            <a:endParaRPr/>
          </a:p>
        </p:txBody>
      </p:sp>
      <p:sp>
        <p:nvSpPr>
          <p:cNvPr id="12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194424"/>
            <a:ext cx="21336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A0801-BB33-4F6A-ADD2-35B07A2D74D7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magem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 bwMode="auto">
          <a:xfrm>
            <a:off x="4924424" y="0"/>
            <a:ext cx="421957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2B7900D-0734-4F15-9F08-6F03FB6F6514}" type="datetimeFigureOut">
              <a:rPr lang="pt-BR"/>
              <a:t>08/08/2026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781050"/>
            <a:ext cx="4363508" cy="619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Edite o título mestre</a:t>
            </a:r>
            <a:endParaRPr/>
          </a:p>
        </p:txBody>
      </p:sp>
      <p:sp>
        <p:nvSpPr>
          <p:cNvPr id="9" name="Espaço Reservado para Conteúdo 2"/>
          <p:cNvSpPr>
            <a:spLocks noGrp="1"/>
          </p:cNvSpPr>
          <p:nvPr>
            <p:ph idx="13"/>
          </p:nvPr>
        </p:nvSpPr>
        <p:spPr bwMode="auto">
          <a:xfrm>
            <a:off x="657225" y="1485900"/>
            <a:ext cx="4163483" cy="47243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10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194424"/>
            <a:ext cx="21336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A0801-BB33-4F6A-ADD2-35B07A2D74D7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4B5584-C7FA-470F-8EC2-A30435A4DF16}" type="datetime1">
              <a:rPr lang="en-US"/>
              <a:t>08-Aug-26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A3AAB12-BB6E-1B4F-AF2F-E6C37C68B919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12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2" descr="fundo_ppt1_ok.jpg"/>
          <p:cNvPicPr>
            <a:picLocks noChangeAspect="1"/>
          </p:cNvPicPr>
          <p:nvPr userDrawn="1"/>
        </p:nvPicPr>
        <p:blipFill>
          <a:blip r:embed="rId9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Verdana"/>
                <a:ea typeface="Verdana"/>
                <a:cs typeface="Verdana"/>
              </a:defRPr>
            </a:lvl1pPr>
          </a:lstStyle>
          <a:p>
            <a:pPr>
              <a:defRPr/>
            </a:pPr>
            <a:fld id="{F2B7900D-0734-4F15-9F08-6F03FB6F6514}" type="datetimeFigureOut">
              <a:rPr lang="pt-BR"/>
              <a:t>08/08/2026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Verdana"/>
                <a:ea typeface="Verdana"/>
                <a:cs typeface="Verdan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94424"/>
            <a:ext cx="2133600" cy="365125"/>
          </a:xfrm>
          <a:prstGeom prst="rect">
            <a:avLst/>
          </a:prstGeom>
          <a:ln/>
        </p:spPr>
        <p:txBody>
          <a:bodyPr/>
          <a:lstStyle>
            <a:lvl1pPr algn="r">
              <a:defRPr sz="1000"/>
            </a:lvl1pPr>
          </a:lstStyle>
          <a:p>
            <a:pPr>
              <a:defRPr/>
            </a:pPr>
            <a:fld id="{A33A0801-BB33-4F6A-ADD2-35B07A2D74D7}" type="slidenum">
              <a:rPr lang="pt-BR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</p:sldLayoutIdLst>
  <p:txStyles>
    <p:titleStyle>
      <a:lvl1pPr algn="l" defTabSz="914400">
        <a:spcBef>
          <a:spcPts val="0"/>
        </a:spcBef>
        <a:buNone/>
        <a:defRPr sz="3200">
          <a:solidFill>
            <a:srgbClr val="C00026"/>
          </a:solidFill>
          <a:latin typeface="Verdana"/>
          <a:ea typeface="Verdana"/>
          <a:cs typeface="Verdana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1800" b="0">
          <a:solidFill>
            <a:schemeClr val="tx1"/>
          </a:solidFill>
          <a:latin typeface="Verdana"/>
          <a:ea typeface="Verdana"/>
          <a:cs typeface="Verdana"/>
        </a:defRPr>
      </a:lvl1pPr>
      <a:lvl2pPr marL="742950" indent="-28575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Verdana"/>
          <a:ea typeface="Verdana"/>
          <a:cs typeface="Verdana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Verdana"/>
          <a:ea typeface="Verdana"/>
          <a:cs typeface="Verdana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Verdana"/>
          <a:ea typeface="Verdana"/>
          <a:cs typeface="Verdana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Verdana"/>
          <a:ea typeface="Verdana"/>
          <a:cs typeface="Verdana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cloud.microsoft/r/Xbqig6X1Vr" TargetMode="External"/><Relationship Id="rId2" Type="http://schemas.openxmlformats.org/officeDocument/2006/relationships/hyperlink" Target="https://insper.github.io/robotica-computacional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insper.github.io/robotica-computacional/modulos/01-intro/atividades/atividade-dia1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enewseurope.com/news/uv-laden-disinfection-robots-clean-hospital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nav2.org/" TargetMode="Externa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devlife.insper-comp.com.br/aulas/buscando-ajuda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insper.github.io/robotica-computacional/modulos/01-intro/atividades/guias-infra/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0004370214001350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 bwMode="auto">
          <a:xfrm>
            <a:off x="966785" y="2838146"/>
            <a:ext cx="7343775" cy="1295399"/>
          </a:xfrm>
        </p:spPr>
        <p:txBody>
          <a:bodyPr>
            <a:normAutofit/>
          </a:bodyPr>
          <a:lstStyle/>
          <a:p>
            <a:pPr lvl="0" defTabSz="457200">
              <a:spcBef>
                <a:spcPts val="0"/>
              </a:spcBef>
              <a:spcAft>
                <a:spcPts val="600"/>
              </a:spcAft>
              <a:defRPr/>
            </a:pPr>
            <a:r>
              <a:rPr lang="pt-BR" noProof="0" dirty="0">
                <a:latin typeface="Verdana"/>
                <a:cs typeface="Verdana"/>
              </a:rPr>
              <a:t>Robótica Computacional</a:t>
            </a:r>
          </a:p>
          <a:p>
            <a:pPr>
              <a:defRPr/>
            </a:pPr>
            <a:endParaRPr lang="pt-BR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6442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noProof="0" dirty="0"/>
              <a:t>Equipe</a:t>
            </a:r>
          </a:p>
        </p:txBody>
      </p:sp>
      <p:sp>
        <p:nvSpPr>
          <p:cNvPr id="457905236" name="Text Placeholder 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pt-BR" noProof="0" dirty="0"/>
          </a:p>
        </p:txBody>
      </p:sp>
      <p:sp>
        <p:nvSpPr>
          <p:cNvPr id="548261149" name="TextBox 4"/>
          <p:cNvSpPr txBox="1"/>
          <p:nvPr/>
        </p:nvSpPr>
        <p:spPr bwMode="auto">
          <a:xfrm>
            <a:off x="519231" y="4648379"/>
            <a:ext cx="182988" cy="3657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pt-BR" noProof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37508EE-42B0-DD61-1D25-2AA3F18EF8BA}"/>
              </a:ext>
            </a:extLst>
          </p:cNvPr>
          <p:cNvSpPr txBox="1"/>
          <p:nvPr/>
        </p:nvSpPr>
        <p:spPr>
          <a:xfrm>
            <a:off x="640187" y="1628800"/>
            <a:ext cx="82295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b="1" dirty="0"/>
              <a:t>Diego Soler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b="1" dirty="0"/>
              <a:t>Arnaldo Alves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b="1" dirty="0"/>
              <a:t>Luís Bueno</a:t>
            </a:r>
          </a:p>
        </p:txBody>
      </p:sp>
    </p:spTree>
    <p:extLst>
      <p:ext uri="{BB962C8B-B14F-4D97-AF65-F5344CB8AC3E}">
        <p14:creationId xmlns:p14="http://schemas.microsoft.com/office/powerpoint/2010/main" val="2657602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781050"/>
            <a:ext cx="4363508" cy="6191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noProof="0" dirty="0"/>
              <a:t>Rotina semanal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 bwMode="auto">
          <a:xfrm>
            <a:off x="657225" y="1485900"/>
            <a:ext cx="6291039" cy="47243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pt-BR" sz="1400" b="1" noProof="0" dirty="0"/>
              <a:t>No geral:</a:t>
            </a:r>
            <a:endParaRPr lang="pt-BR" sz="1400" noProof="0" dirty="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pt-BR" sz="1400" noProof="0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  <a:defRPr/>
            </a:pPr>
            <a:r>
              <a:rPr lang="pt-BR" sz="1400" noProof="0" dirty="0"/>
              <a:t>SEG 16:30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  <a:defRPr/>
            </a:pPr>
            <a:r>
              <a:rPr lang="pt-BR" sz="1400" noProof="0" dirty="0"/>
              <a:t>TER/QUI 16:30</a:t>
            </a:r>
          </a:p>
          <a:p>
            <a:pPr marL="685800" lvl="1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  <a:defRPr/>
            </a:pPr>
            <a:r>
              <a:rPr lang="pt-BR" sz="1400" noProof="0" dirty="0"/>
              <a:t>metade da turma, preferência por usar os robôs reais</a:t>
            </a:r>
          </a:p>
          <a:p>
            <a:pPr marL="285750" lvl="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  <a:defRPr/>
            </a:pPr>
            <a:r>
              <a:rPr lang="pt-BR" sz="1400" dirty="0"/>
              <a:t>Atendimento: SEG</a:t>
            </a:r>
            <a:r>
              <a:rPr lang="pt-BR" sz="1400" noProof="0" dirty="0"/>
              <a:t> </a:t>
            </a:r>
            <a:r>
              <a:rPr lang="pt-BR" sz="1400" dirty="0"/>
              <a:t>9</a:t>
            </a:r>
            <a:r>
              <a:rPr lang="pt-BR" sz="1400" noProof="0" dirty="0"/>
              <a:t>:45 – 11:15</a:t>
            </a:r>
          </a:p>
          <a:p>
            <a:pPr marL="285750" lvl="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  <a:defRPr/>
            </a:pPr>
            <a:r>
              <a:rPr lang="pt-BR" sz="1400" dirty="0"/>
              <a:t>Material da semana seguinte: QUI à tarde até SEX de manhã</a:t>
            </a:r>
            <a:endParaRPr lang="pt-BR" sz="1400" noProof="0" dirty="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pt-BR" sz="1400" noProof="0" dirty="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pt-BR" sz="1400" b="1" noProof="0" dirty="0"/>
              <a:t>Site da disciplina: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pt-BR" sz="1400" b="1" noProof="0" dirty="0"/>
          </a:p>
          <a:p>
            <a:pPr marL="283879" indent="-283879">
              <a:lnSpc>
                <a:spcPct val="90000"/>
              </a:lnSpc>
              <a:spcAft>
                <a:spcPts val="600"/>
              </a:spcAft>
              <a:buFont typeface="Arial"/>
              <a:buChar char="•"/>
              <a:defRPr/>
            </a:pPr>
            <a:r>
              <a:rPr lang="pt-BR" sz="1400" u="sng" noProof="0" dirty="0">
                <a:hlinkClick r:id="rId2" tooltip="https://insper.github.io/robotica-computacional"/>
              </a:rPr>
              <a:t>https://insper.github.io/robotica-computacional</a:t>
            </a:r>
            <a:endParaRPr lang="pt-BR" sz="1400" noProof="0" dirty="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pt-BR" sz="1400" noProof="0" dirty="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pt-BR" sz="1400" b="1" noProof="0" dirty="0"/>
              <a:t>Escolha de turma (até hoje às 19:00):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pt-BR" sz="1400" b="1" noProof="0" dirty="0"/>
          </a:p>
          <a:p>
            <a:pPr marL="283879" indent="-283879">
              <a:lnSpc>
                <a:spcPct val="90000"/>
              </a:lnSpc>
              <a:spcAft>
                <a:spcPts val="600"/>
              </a:spcAft>
              <a:buFont typeface="Arial"/>
              <a:buChar char="•"/>
              <a:defRPr/>
            </a:pPr>
            <a:r>
              <a:rPr lang="pt-BR" sz="1400" b="1" u="sng" noProof="0" dirty="0">
                <a:hlinkClick r:id="rId3" tooltip="https://forms.office.com/r/UQqCkDbWvy"/>
              </a:rPr>
              <a:t>https://forms.cloud.microsoft/r/Xbqig6X1Vr</a:t>
            </a:r>
            <a:endParaRPr lang="pt-BR" sz="1400" noProof="0" dirty="0"/>
          </a:p>
        </p:txBody>
      </p:sp>
      <p:sp>
        <p:nvSpPr>
          <p:cNvPr id="5" name="TextBox 4"/>
          <p:cNvSpPr txBox="1"/>
          <p:nvPr/>
        </p:nvSpPr>
        <p:spPr bwMode="auto">
          <a:xfrm>
            <a:off x="519231" y="4648379"/>
            <a:ext cx="182988" cy="3657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pt-BR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4D964F9B-CED2-9C77-7DFC-AF315C9F1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</p:spPr>
        <p:txBody>
          <a:bodyPr>
            <a:normAutofit/>
          </a:bodyPr>
          <a:lstStyle/>
          <a:p>
            <a:r>
              <a:rPr lang="pt-BR" noProof="0" dirty="0"/>
              <a:t>Formulário de Escolha de Turma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819B55D-7DA6-3764-3E09-CEA2114F2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813" y="1485900"/>
            <a:ext cx="4724399" cy="4724399"/>
          </a:xfrm>
          <a:prstGeom prst="rect">
            <a:avLst/>
          </a:prstGeom>
          <a:noFill/>
        </p:spPr>
      </p:pic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E15B7033-D7D4-EDB9-84FA-4856A0BF1D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925" y="85725"/>
            <a:ext cx="7229475" cy="3524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53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11992" name="Title 1"/>
          <p:cNvSpPr>
            <a:spLocks noGrp="1"/>
          </p:cNvSpPr>
          <p:nvPr>
            <p:ph type="title"/>
          </p:nvPr>
        </p:nvSpPr>
        <p:spPr bwMode="auto">
          <a:xfrm>
            <a:off x="457200" y="781050"/>
            <a:ext cx="8229600" cy="6191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noProof="0" dirty="0"/>
              <a:t>Atividade: Comportamento autônomo</a:t>
            </a:r>
          </a:p>
        </p:txBody>
      </p:sp>
      <p:pic>
        <p:nvPicPr>
          <p:cNvPr id="4" name="Imagem 3" descr="Código QR&#10;&#10;Descrição gerada automaticamente">
            <a:hlinkClick r:id="rId2"/>
            <a:extLst>
              <a:ext uri="{FF2B5EF4-FFF2-40B4-BE49-F238E27FC236}">
                <a16:creationId xmlns:a16="http://schemas.microsoft.com/office/drawing/2014/main" id="{D4AEC7DD-2857-989E-7360-A96D4FAD9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813" y="1485900"/>
            <a:ext cx="4724399" cy="4724399"/>
          </a:xfrm>
          <a:prstGeom prst="rect">
            <a:avLst/>
          </a:prstGeom>
          <a:noFill/>
        </p:spPr>
      </p:pic>
      <p:sp>
        <p:nvSpPr>
          <p:cNvPr id="925512007" name="Text Placeholder 3">
            <a:extLst>
              <a:ext uri="{FF2B5EF4-FFF2-40B4-BE49-F238E27FC236}">
                <a16:creationId xmlns:a16="http://schemas.microsoft.com/office/drawing/2014/main" id="{872DB239-A1EC-3D26-BBE3-9B1F88F019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925" y="85725"/>
            <a:ext cx="7229475" cy="352425"/>
          </a:xfrm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6056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noProof="0" dirty="0"/>
              <a:t>O Que os Robôs Fazem</a:t>
            </a:r>
          </a:p>
        </p:txBody>
      </p:sp>
      <p:pic>
        <p:nvPicPr>
          <p:cNvPr id="709265880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1028430" y="1485900"/>
            <a:ext cx="7287163" cy="4724398"/>
          </a:xfrm>
          <a:prstGeom prst="rect">
            <a:avLst/>
          </a:prstGeom>
        </p:spPr>
      </p:pic>
      <p:sp>
        <p:nvSpPr>
          <p:cNvPr id="1066060542" name="Text Placeholder 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pt-BR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503067" name="Title 1"/>
          <p:cNvSpPr>
            <a:spLocks noGrp="1"/>
          </p:cNvSpPr>
          <p:nvPr>
            <p:ph type="title"/>
          </p:nvPr>
        </p:nvSpPr>
        <p:spPr bwMode="auto">
          <a:xfrm>
            <a:off x="457200" y="2828478"/>
            <a:ext cx="8229600" cy="619124"/>
          </a:xfrm>
        </p:spPr>
        <p:txBody>
          <a:bodyPr/>
          <a:lstStyle/>
          <a:p>
            <a:pPr algn="ctr">
              <a:defRPr/>
            </a:pPr>
            <a:r>
              <a:rPr lang="pt-BR" noProof="0" dirty="0"/>
              <a:t>O que é preciso para montar um carro autônomo?</a:t>
            </a:r>
          </a:p>
        </p:txBody>
      </p:sp>
      <p:sp>
        <p:nvSpPr>
          <p:cNvPr id="1549309151" name="Text Placeholder 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pt-BR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383971" name="Title 1"/>
          <p:cNvSpPr>
            <a:spLocks noGrp="1"/>
          </p:cNvSpPr>
          <p:nvPr>
            <p:ph type="title"/>
          </p:nvPr>
        </p:nvSpPr>
        <p:spPr bwMode="auto">
          <a:xfrm>
            <a:off x="457200" y="781050"/>
            <a:ext cx="8229600" cy="6191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noProof="0" dirty="0"/>
              <a:t>Facetas da robótica</a:t>
            </a:r>
          </a:p>
        </p:txBody>
      </p:sp>
      <p:sp>
        <p:nvSpPr>
          <p:cNvPr id="1356317800" name="Text Placeholder 3">
            <a:extLst>
              <a:ext uri="{FF2B5EF4-FFF2-40B4-BE49-F238E27FC236}">
                <a16:creationId xmlns:a16="http://schemas.microsoft.com/office/drawing/2014/main" id="{F1F5311F-2FB2-AA89-529D-2239D88C33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925" y="85725"/>
            <a:ext cx="7229475" cy="352425"/>
          </a:xfrm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356317791" name="Content Placeholder 2">
            <a:extLst>
              <a:ext uri="{FF2B5EF4-FFF2-40B4-BE49-F238E27FC236}">
                <a16:creationId xmlns:a16="http://schemas.microsoft.com/office/drawing/2014/main" id="{C97A5FD3-1564-AE73-FF2D-B462250646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6482300"/>
              </p:ext>
            </p:extLst>
          </p:nvPr>
        </p:nvGraphicFramePr>
        <p:xfrm>
          <a:off x="657225" y="1485900"/>
          <a:ext cx="8029575" cy="472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383971" name="Title 1"/>
          <p:cNvSpPr>
            <a:spLocks noGrp="1"/>
          </p:cNvSpPr>
          <p:nvPr>
            <p:ph type="title"/>
          </p:nvPr>
        </p:nvSpPr>
        <p:spPr bwMode="auto">
          <a:xfrm>
            <a:off x="457200" y="781050"/>
            <a:ext cx="8229600" cy="6191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noProof="0" dirty="0"/>
              <a:t>Facetas da robótica</a:t>
            </a:r>
          </a:p>
        </p:txBody>
      </p:sp>
      <p:sp>
        <p:nvSpPr>
          <p:cNvPr id="1356317800" name="Text Placeholder 3">
            <a:extLst>
              <a:ext uri="{FF2B5EF4-FFF2-40B4-BE49-F238E27FC236}">
                <a16:creationId xmlns:a16="http://schemas.microsoft.com/office/drawing/2014/main" id="{F1F5311F-2FB2-AA89-529D-2239D88C33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925" y="85725"/>
            <a:ext cx="7229475" cy="352425"/>
          </a:xfrm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356317791" name="Content Placeholder 2">
            <a:extLst>
              <a:ext uri="{FF2B5EF4-FFF2-40B4-BE49-F238E27FC236}">
                <a16:creationId xmlns:a16="http://schemas.microsoft.com/office/drawing/2014/main" id="{C97A5FD3-1564-AE73-FF2D-B462250646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574397"/>
              </p:ext>
            </p:extLst>
          </p:nvPr>
        </p:nvGraphicFramePr>
        <p:xfrm>
          <a:off x="657225" y="1485900"/>
          <a:ext cx="8029575" cy="472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688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itle 1">
            <a:extLst>
              <a:ext uri="{FF2B5EF4-FFF2-40B4-BE49-F238E27FC236}">
                <a16:creationId xmlns:a16="http://schemas.microsoft.com/office/drawing/2014/main" id="{028D362B-41E3-CE32-87D1-61F6C36D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</p:spPr>
        <p:txBody>
          <a:bodyPr/>
          <a:lstStyle/>
          <a:p>
            <a:r>
              <a:rPr lang="pt-BR" noProof="0" dirty="0"/>
              <a:t>Sensores de um Carro Autônomo</a:t>
            </a:r>
          </a:p>
        </p:txBody>
      </p:sp>
      <p:pic>
        <p:nvPicPr>
          <p:cNvPr id="1026" name="Picture 2" descr="Tela de celular com publicação numa rede social&#10;&#10;Descrição gerada automaticamente com confiança média">
            <a:extLst>
              <a:ext uri="{FF2B5EF4-FFF2-40B4-BE49-F238E27FC236}">
                <a16:creationId xmlns:a16="http://schemas.microsoft.com/office/drawing/2014/main" id="{0B79BE04-6E69-0A0C-5AE8-BD06AC719D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3" r="9151"/>
          <a:stretch/>
        </p:blipFill>
        <p:spPr bwMode="auto">
          <a:xfrm>
            <a:off x="3089" y="1628800"/>
            <a:ext cx="9157021" cy="504056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033" name="Text Placeholder 3">
            <a:extLst>
              <a:ext uri="{FF2B5EF4-FFF2-40B4-BE49-F238E27FC236}">
                <a16:creationId xmlns:a16="http://schemas.microsoft.com/office/drawing/2014/main" id="{1ED76C7D-ED9D-9598-B948-1ED1DB3703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925" y="85725"/>
            <a:ext cx="7229475" cy="352425"/>
          </a:xfrm>
        </p:spPr>
        <p:txBody>
          <a:bodyPr/>
          <a:lstStyle/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619873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04D93-449B-CFA8-D2D0-5E524858A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</p:spPr>
        <p:txBody>
          <a:bodyPr>
            <a:normAutofit/>
          </a:bodyPr>
          <a:lstStyle/>
          <a:p>
            <a:r>
              <a:rPr lang="pt-BR" noProof="0" dirty="0"/>
              <a:t>Lidar</a:t>
            </a:r>
          </a:p>
        </p:txBody>
      </p:sp>
      <p:pic>
        <p:nvPicPr>
          <p:cNvPr id="2050" name="Picture 2" descr="Autonomous vehicles: A look at the future of self-driving cars">
            <a:extLst>
              <a:ext uri="{FF2B5EF4-FFF2-40B4-BE49-F238E27FC236}">
                <a16:creationId xmlns:a16="http://schemas.microsoft.com/office/drawing/2014/main" id="{E2D5FC11-0CEF-2925-79CE-3E00000A1A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79" b="13303"/>
          <a:stretch/>
        </p:blipFill>
        <p:spPr bwMode="auto">
          <a:xfrm>
            <a:off x="657225" y="1485900"/>
            <a:ext cx="8029575" cy="472439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055" name="Text Placeholder 3">
            <a:extLst>
              <a:ext uri="{FF2B5EF4-FFF2-40B4-BE49-F238E27FC236}">
                <a16:creationId xmlns:a16="http://schemas.microsoft.com/office/drawing/2014/main" id="{DA34B665-A25C-C166-664C-712CEE73EE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925" y="85725"/>
            <a:ext cx="7229475" cy="352425"/>
          </a:xfrm>
        </p:spPr>
        <p:txBody>
          <a:bodyPr/>
          <a:lstStyle/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88247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2E9BF9E-10BA-D294-BE38-3E5933963DF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400568" name="Title 1">
            <a:extLst>
              <a:ext uri="{FF2B5EF4-FFF2-40B4-BE49-F238E27FC236}">
                <a16:creationId xmlns:a16="http://schemas.microsoft.com/office/drawing/2014/main" id="{6D1F4DA7-4AFB-DA61-A7BE-4C1B2C975DA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63716" y="325932"/>
            <a:ext cx="8229600" cy="619124"/>
          </a:xfrm>
        </p:spPr>
        <p:txBody>
          <a:bodyPr/>
          <a:lstStyle/>
          <a:p>
            <a:pPr>
              <a:defRPr/>
            </a:pPr>
            <a:r>
              <a:rPr lang="pt-BR" noProof="0" dirty="0"/>
              <a:t>Aplicações de ROS 2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AB45C7F5-0B3F-8B7E-3C29-8030C4305E16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657225" y="1556792"/>
            <a:ext cx="6455229" cy="45365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pt-BR" b="1" dirty="0"/>
              <a:t>Hospitais:</a:t>
            </a:r>
            <a:r>
              <a:rPr lang="pt-BR" dirty="0"/>
              <a:t> Robôs fazem entregas de medicamentos, amostras, refeições e materiais e desinfecionam partes do hospital, enquanto estão navegando por corredores e operando em múltiplos andares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pt-BR" b="1" dirty="0"/>
              <a:t>Armazéns / centros de distribuição: </a:t>
            </a:r>
            <a:r>
              <a:rPr lang="pt-BR" dirty="0"/>
              <a:t>Robôs realizam transporte ponto-a-ponto, abastecimento de estações de </a:t>
            </a:r>
            <a:r>
              <a:rPr lang="pt-BR" dirty="0" err="1"/>
              <a:t>picking</a:t>
            </a:r>
            <a:r>
              <a:rPr lang="pt-BR" dirty="0"/>
              <a:t> e reposição, com navegação autônoma e desvio de obstáculos como base.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pt-BR" b="1" dirty="0"/>
              <a:t>Agricultura (inspeção e pulverização com drones): </a:t>
            </a:r>
            <a:r>
              <a:rPr lang="pt-BR" dirty="0"/>
              <a:t>Drones executam missões de campo (voos em rotas, inspeção, mapeamento e pulverização).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pt-BR" noProof="0" dirty="0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A10365FB-EC97-DAFA-0492-1D36470E625B}"/>
              </a:ext>
            </a:extLst>
          </p:cNvPr>
          <p:cNvGrpSpPr/>
          <p:nvPr/>
        </p:nvGrpSpPr>
        <p:grpSpPr bwMode="auto">
          <a:xfrm>
            <a:off x="7416701" y="1556792"/>
            <a:ext cx="1631323" cy="1514800"/>
            <a:chOff x="229371" y="0"/>
            <a:chExt cx="2720387" cy="2526074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AAF18EAA-EC67-D840-31A8-A82CCFF5B3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tretch/>
          </p:blipFill>
          <p:spPr bwMode="auto">
            <a:xfrm>
              <a:off x="229371" y="0"/>
              <a:ext cx="2720387" cy="1920273"/>
            </a:xfrm>
            <a:prstGeom prst="rect">
              <a:avLst/>
            </a:prstGeom>
            <a:noFill/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39374B6D-E3DC-0792-D3F9-218F2965BDFA}"/>
                </a:ext>
              </a:extLst>
            </p:cNvPr>
            <p:cNvSpPr txBox="1"/>
            <p:nvPr/>
          </p:nvSpPr>
          <p:spPr bwMode="auto">
            <a:xfrm>
              <a:off x="1129331" y="1902158"/>
              <a:ext cx="757999" cy="623916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l">
                <a:defRPr/>
              </a:pPr>
              <a:r>
                <a:rPr lang="pt-BR" u="sng" noProof="0" dirty="0" err="1">
                  <a:hlinkClick r:id="rId3" tooltip="https://www.eenewseurope.com/news/uv-laden-disinfection-robots-clean-hospitals"/>
                </a:rPr>
                <a:t>ref</a:t>
              </a:r>
              <a:endParaRPr lang="pt-BR" noProof="0" dirty="0"/>
            </a:p>
          </p:txBody>
        </p:sp>
      </p:grpSp>
      <p:pic>
        <p:nvPicPr>
          <p:cNvPr id="7" name="Imagem 6" descr="Uma imagem contendo no interior, comida, mesa, balcão&#10;&#10;O conteúdo gerado por IA pode estar incorreto.">
            <a:extLst>
              <a:ext uri="{FF2B5EF4-FFF2-40B4-BE49-F238E27FC236}">
                <a16:creationId xmlns:a16="http://schemas.microsoft.com/office/drawing/2014/main" id="{24CC8C66-48C5-265C-FE94-BDB036912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9799" y="3148530"/>
            <a:ext cx="1908363" cy="1063721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986CFCC-DA48-AB0C-07C1-C6CCDECF0F4D}"/>
              </a:ext>
            </a:extLst>
          </p:cNvPr>
          <p:cNvSpPr txBox="1"/>
          <p:nvPr/>
        </p:nvSpPr>
        <p:spPr>
          <a:xfrm>
            <a:off x="7945420" y="4212251"/>
            <a:ext cx="573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u="sng" noProof="0" dirty="0" err="1">
                <a:hlinkClick r:id="rId5" tooltip="https://www.eenewseurope.com/news/uv-laden-disinfection-robots-clean-hospitals"/>
              </a:rPr>
              <a:t>ref</a:t>
            </a:r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928AFEC-7AC7-1934-3422-791A2CAA79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5004048" y="5132410"/>
            <a:ext cx="2677899" cy="140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597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245863" name="Title 1">
            <a:extLst>
              <a:ext uri="{FF2B5EF4-FFF2-40B4-BE49-F238E27FC236}">
                <a16:creationId xmlns:a16="http://schemas.microsoft.com/office/drawing/2014/main" id="{BDFB7A7F-DC8B-7543-F755-C55A2119C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533650"/>
            <a:ext cx="6858000" cy="1790700"/>
          </a:xfrm>
        </p:spPr>
        <p:txBody>
          <a:bodyPr/>
          <a:lstStyle/>
          <a:p>
            <a:r>
              <a:rPr lang="pt-BR" b="1" noProof="0" dirty="0"/>
              <a:t>Robótica Computacional</a:t>
            </a:r>
          </a:p>
        </p:txBody>
      </p:sp>
      <p:sp>
        <p:nvSpPr>
          <p:cNvPr id="378245865" name="Slide Number Placeholder 3">
            <a:extLst>
              <a:ext uri="{FF2B5EF4-FFF2-40B4-BE49-F238E27FC236}">
                <a16:creationId xmlns:a16="http://schemas.microsoft.com/office/drawing/2014/main" id="{981FF8E3-A548-A1D5-FA45-DE039B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503070"/>
            <a:ext cx="2133600" cy="273844"/>
          </a:xfrm>
        </p:spPr>
        <p:txBody>
          <a:bodyPr/>
          <a:lstStyle/>
          <a:p>
            <a:pPr>
              <a:spcAft>
                <a:spcPts val="450"/>
              </a:spcAft>
              <a:defRPr/>
            </a:pPr>
            <a:fld id="{FA3AAB12-BB6E-1B4F-AF2F-E6C37C68B919}" type="slidenum">
              <a:rPr lang="pt-BR" noProof="0" smtClean="0"/>
              <a:pPr>
                <a:spcAft>
                  <a:spcPts val="450"/>
                </a:spcAft>
                <a:defRPr/>
              </a:pPr>
              <a:t>13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241808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332305" name="Título 1"/>
          <p:cNvSpPr>
            <a:spLocks noGrp="1"/>
          </p:cNvSpPr>
          <p:nvPr>
            <p:ph type="title"/>
          </p:nvPr>
        </p:nvSpPr>
        <p:spPr bwMode="auto">
          <a:xfrm>
            <a:off x="457200" y="781049"/>
            <a:ext cx="8229600" cy="61912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noProof="0" dirty="0"/>
              <a:t>Visão Geral do Semestre</a:t>
            </a:r>
          </a:p>
        </p:txBody>
      </p:sp>
      <p:sp>
        <p:nvSpPr>
          <p:cNvPr id="440715272" name="Text Placeholder 3"/>
          <p:cNvSpPr>
            <a:spLocks noGrp="1"/>
          </p:cNvSpPr>
          <p:nvPr>
            <p:ph type="body" sz="quarter" idx="13"/>
          </p:nvPr>
        </p:nvSpPr>
        <p:spPr bwMode="auto">
          <a:xfrm>
            <a:off x="161924" y="85725"/>
            <a:ext cx="7229475" cy="352424"/>
          </a:xfrm>
        </p:spPr>
        <p:txBody>
          <a:bodyPr/>
          <a:lstStyle/>
          <a:p>
            <a:pPr>
              <a:defRPr/>
            </a:pPr>
            <a:endParaRPr lang="pt-BR" noProof="0" dirty="0"/>
          </a:p>
        </p:txBody>
      </p:sp>
      <p:sp>
        <p:nvSpPr>
          <p:cNvPr id="21290245" name="Retângulo: Cantos Arredondados 21290244"/>
          <p:cNvSpPr/>
          <p:nvPr/>
        </p:nvSpPr>
        <p:spPr bwMode="auto">
          <a:xfrm>
            <a:off x="657223" y="1667626"/>
            <a:ext cx="8029575" cy="786168"/>
          </a:xfrm>
          <a:prstGeom prst="roundRect">
            <a:avLst>
              <a:gd name="adj" fmla="val 10000"/>
            </a:avLst>
          </a:prstGeom>
          <a:solidFill>
            <a:schemeClr val="accent2">
              <a:tint val="40000"/>
              <a:hueOff val="0"/>
              <a:satOff val="0"/>
              <a:lumOff val="0"/>
              <a:alphaOff val="0"/>
            </a:schemeClr>
          </a:solidFill>
          <a:ln>
            <a:noFill/>
          </a:ln>
          <a:effectLst/>
        </p:spPr>
        <p:style>
          <a:lnRef idx="0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/>
        </p:style>
        <p:txBody>
          <a:bodyPr/>
          <a:lstStyle/>
          <a:p>
            <a:endParaRPr lang="pt-BR" noProof="0" dirty="0"/>
          </a:p>
        </p:txBody>
      </p:sp>
      <p:sp>
        <p:nvSpPr>
          <p:cNvPr id="2044269725" name="Retângulo 2044269724"/>
          <p:cNvSpPr/>
          <p:nvPr/>
        </p:nvSpPr>
        <p:spPr bwMode="auto">
          <a:xfrm>
            <a:off x="895039" y="1844515"/>
            <a:ext cx="432392" cy="432392"/>
          </a:xfrm>
          <a:prstGeom prst="rect">
            <a:avLst/>
          </a:prstGeom>
          <a:blipFill>
            <a:blip r:embed="rId2"/>
            <a:stretch/>
          </a:blipFill>
          <a:ln w="25400" cap="flat" cmpd="sng" algn="ctr">
            <a:noFill/>
            <a:prstDash val="solid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/>
          <a:lstStyle/>
          <a:p>
            <a:endParaRPr lang="pt-BR" noProof="0" dirty="0"/>
          </a:p>
        </p:txBody>
      </p:sp>
      <p:sp>
        <p:nvSpPr>
          <p:cNvPr id="1219896421" name="Retângulo 1219896420"/>
          <p:cNvSpPr/>
          <p:nvPr/>
        </p:nvSpPr>
        <p:spPr bwMode="auto">
          <a:xfrm>
            <a:off x="1565248" y="1667626"/>
            <a:ext cx="7121548" cy="786168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spcFirstLastPara="0" vert="horz" wrap="square" lIns="83202" tIns="83202" rIns="83202" bIns="83202" numCol="1" spcCol="1268" anchor="ctr" anchorCtr="0">
            <a:noAutofit/>
          </a:bodyPr>
          <a:lstStyle/>
          <a:p>
            <a:pPr marL="0" lvl="0" indent="0" algn="l" defTabSz="84454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1900" noProof="0" dirty="0"/>
              <a:t>Básico de visão e ROS</a:t>
            </a:r>
          </a:p>
        </p:txBody>
      </p:sp>
      <p:sp>
        <p:nvSpPr>
          <p:cNvPr id="1966352193" name="Retângulo: Cantos Arredondados 1966352192"/>
          <p:cNvSpPr/>
          <p:nvPr/>
        </p:nvSpPr>
        <p:spPr bwMode="auto">
          <a:xfrm>
            <a:off x="657223" y="2650339"/>
            <a:ext cx="8029575" cy="786168"/>
          </a:xfrm>
          <a:prstGeom prst="roundRect">
            <a:avLst>
              <a:gd name="adj" fmla="val 10000"/>
            </a:avLst>
          </a:prstGeom>
          <a:solidFill>
            <a:schemeClr val="accent2">
              <a:tint val="40000"/>
              <a:hueOff val="0"/>
              <a:satOff val="0"/>
              <a:lumOff val="0"/>
              <a:alphaOff val="0"/>
            </a:schemeClr>
          </a:solidFill>
          <a:ln>
            <a:noFill/>
          </a:ln>
          <a:effectLst/>
        </p:spPr>
        <p:style>
          <a:lnRef idx="0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/>
        </p:style>
        <p:txBody>
          <a:bodyPr/>
          <a:lstStyle/>
          <a:p>
            <a:endParaRPr lang="pt-BR" noProof="0" dirty="0"/>
          </a:p>
        </p:txBody>
      </p:sp>
      <p:sp>
        <p:nvSpPr>
          <p:cNvPr id="1450092380" name="Retângulo 1450092379"/>
          <p:cNvSpPr/>
          <p:nvPr/>
        </p:nvSpPr>
        <p:spPr bwMode="auto">
          <a:xfrm>
            <a:off x="895039" y="2827227"/>
            <a:ext cx="432392" cy="432392"/>
          </a:xfrm>
          <a:prstGeom prst="rect">
            <a:avLst/>
          </a:prstGeom>
          <a:blipFill>
            <a:blip r:embed="rId3"/>
            <a:stretch/>
          </a:blipFill>
          <a:ln w="25400" cap="flat" cmpd="sng" algn="ctr">
            <a:noFill/>
            <a:prstDash val="solid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/>
          <a:lstStyle/>
          <a:p>
            <a:endParaRPr lang="pt-BR" noProof="0" dirty="0"/>
          </a:p>
        </p:txBody>
      </p:sp>
      <p:sp>
        <p:nvSpPr>
          <p:cNvPr id="760156469" name="Retângulo 760156468"/>
          <p:cNvSpPr/>
          <p:nvPr/>
        </p:nvSpPr>
        <p:spPr bwMode="auto">
          <a:xfrm>
            <a:off x="1565248" y="2650339"/>
            <a:ext cx="7121548" cy="786168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spcFirstLastPara="0" vert="horz" wrap="square" lIns="83202" tIns="83202" rIns="83202" bIns="83202" numCol="1" spcCol="1268" anchor="ctr" anchorCtr="0">
            <a:noAutofit/>
          </a:bodyPr>
          <a:lstStyle/>
          <a:p>
            <a:pPr marL="0" lvl="0" indent="0" algn="l" defTabSz="84454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1900" noProof="0" dirty="0"/>
              <a:t>APS - Verificação do aprendizado</a:t>
            </a:r>
          </a:p>
        </p:txBody>
      </p:sp>
      <p:sp>
        <p:nvSpPr>
          <p:cNvPr id="975785374" name="Retângulo: Cantos Arredondados 975785373"/>
          <p:cNvSpPr/>
          <p:nvPr/>
        </p:nvSpPr>
        <p:spPr bwMode="auto">
          <a:xfrm>
            <a:off x="657223" y="3633051"/>
            <a:ext cx="8029575" cy="786168"/>
          </a:xfrm>
          <a:prstGeom prst="roundRect">
            <a:avLst>
              <a:gd name="adj" fmla="val 10000"/>
            </a:avLst>
          </a:prstGeom>
          <a:solidFill>
            <a:schemeClr val="accent2">
              <a:tint val="40000"/>
              <a:hueOff val="0"/>
              <a:satOff val="0"/>
              <a:lumOff val="0"/>
              <a:alphaOff val="0"/>
            </a:schemeClr>
          </a:solidFill>
          <a:ln>
            <a:noFill/>
          </a:ln>
          <a:effectLst/>
        </p:spPr>
        <p:style>
          <a:lnRef idx="0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/>
        </p:style>
        <p:txBody>
          <a:bodyPr/>
          <a:lstStyle/>
          <a:p>
            <a:endParaRPr lang="pt-BR" noProof="0" dirty="0"/>
          </a:p>
        </p:txBody>
      </p:sp>
      <p:sp>
        <p:nvSpPr>
          <p:cNvPr id="1201750832" name="Retângulo 1201750831"/>
          <p:cNvSpPr/>
          <p:nvPr/>
        </p:nvSpPr>
        <p:spPr bwMode="auto">
          <a:xfrm>
            <a:off x="895039" y="3809939"/>
            <a:ext cx="432392" cy="432392"/>
          </a:xfrm>
          <a:prstGeom prst="rect">
            <a:avLst/>
          </a:prstGeom>
          <a:blipFill>
            <a:blip r:embed="rId4"/>
            <a:stretch/>
          </a:blipFill>
          <a:ln w="25400" cap="flat" cmpd="sng" algn="ctr">
            <a:noFill/>
            <a:prstDash val="solid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/>
          <a:lstStyle/>
          <a:p>
            <a:endParaRPr lang="pt-BR" noProof="0" dirty="0"/>
          </a:p>
        </p:txBody>
      </p:sp>
      <p:sp>
        <p:nvSpPr>
          <p:cNvPr id="178574670" name="Retângulo 178574669"/>
          <p:cNvSpPr/>
          <p:nvPr/>
        </p:nvSpPr>
        <p:spPr bwMode="auto">
          <a:xfrm>
            <a:off x="1565248" y="3633051"/>
            <a:ext cx="7121548" cy="786168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spcFirstLastPara="0" vert="horz" wrap="square" lIns="83202" tIns="83202" rIns="83202" bIns="83202" numCol="1" spcCol="1268" anchor="ctr" anchorCtr="0">
            <a:noAutofit/>
          </a:bodyPr>
          <a:lstStyle/>
          <a:p>
            <a:pPr marL="0" lvl="0" indent="0" algn="l" defTabSz="84454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1900" noProof="0" dirty="0"/>
              <a:t>AI (ROS 2 Básico e Visão)</a:t>
            </a:r>
          </a:p>
        </p:txBody>
      </p:sp>
      <p:sp>
        <p:nvSpPr>
          <p:cNvPr id="2112056746" name="Retângulo: Cantos Arredondados 2112056745"/>
          <p:cNvSpPr/>
          <p:nvPr/>
        </p:nvSpPr>
        <p:spPr bwMode="auto">
          <a:xfrm>
            <a:off x="657223" y="4615763"/>
            <a:ext cx="8029575" cy="786168"/>
          </a:xfrm>
          <a:prstGeom prst="roundRect">
            <a:avLst>
              <a:gd name="adj" fmla="val 10000"/>
            </a:avLst>
          </a:prstGeom>
          <a:solidFill>
            <a:schemeClr val="accent2">
              <a:tint val="40000"/>
              <a:hueOff val="0"/>
              <a:satOff val="0"/>
              <a:lumOff val="0"/>
              <a:alphaOff val="0"/>
            </a:schemeClr>
          </a:solidFill>
          <a:ln>
            <a:noFill/>
          </a:ln>
          <a:effectLst/>
        </p:spPr>
        <p:style>
          <a:lnRef idx="0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/>
        </p:style>
        <p:txBody>
          <a:bodyPr/>
          <a:lstStyle/>
          <a:p>
            <a:endParaRPr lang="pt-BR" noProof="0" dirty="0"/>
          </a:p>
        </p:txBody>
      </p:sp>
      <p:sp>
        <p:nvSpPr>
          <p:cNvPr id="311338985" name="Retângulo 311338984"/>
          <p:cNvSpPr/>
          <p:nvPr/>
        </p:nvSpPr>
        <p:spPr bwMode="auto">
          <a:xfrm>
            <a:off x="895039" y="4792651"/>
            <a:ext cx="432392" cy="432392"/>
          </a:xfrm>
          <a:prstGeom prst="rect">
            <a:avLst/>
          </a:prstGeom>
          <a:blipFill>
            <a:blip r:embed="rId5"/>
            <a:stretch/>
          </a:blipFill>
          <a:ln w="25400" cap="flat" cmpd="sng" algn="ctr">
            <a:noFill/>
            <a:prstDash val="solid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/>
          <a:lstStyle/>
          <a:p>
            <a:endParaRPr lang="pt-BR" noProof="0" dirty="0"/>
          </a:p>
        </p:txBody>
      </p:sp>
      <p:sp>
        <p:nvSpPr>
          <p:cNvPr id="1178536535" name="Retângulo 1178536534"/>
          <p:cNvSpPr/>
          <p:nvPr/>
        </p:nvSpPr>
        <p:spPr bwMode="auto">
          <a:xfrm>
            <a:off x="1565248" y="4615763"/>
            <a:ext cx="7121548" cy="786168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spcFirstLastPara="0" vert="horz" wrap="square" lIns="83202" tIns="83202" rIns="83202" bIns="83202" numCol="1" spcCol="1268" anchor="ctr" anchorCtr="0">
            <a:noAutofit/>
          </a:bodyPr>
          <a:lstStyle/>
          <a:p>
            <a:pPr marL="0" lvl="0" indent="0" algn="l" defTabSz="84454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1900" noProof="0" dirty="0"/>
              <a:t>Projeto: missão robótica</a:t>
            </a:r>
          </a:p>
        </p:txBody>
      </p:sp>
      <p:sp>
        <p:nvSpPr>
          <p:cNvPr id="1680409386" name="Retângulo: Cantos Arredondados 1680409385"/>
          <p:cNvSpPr/>
          <p:nvPr/>
        </p:nvSpPr>
        <p:spPr bwMode="auto">
          <a:xfrm>
            <a:off x="657222" y="5591461"/>
            <a:ext cx="8029575" cy="786168"/>
          </a:xfrm>
          <a:prstGeom prst="roundRect">
            <a:avLst>
              <a:gd name="adj" fmla="val 10000"/>
            </a:avLst>
          </a:prstGeom>
          <a:solidFill>
            <a:schemeClr val="accent2">
              <a:tint val="40000"/>
              <a:hueOff val="0"/>
              <a:satOff val="0"/>
              <a:lumOff val="0"/>
              <a:alphaOff val="0"/>
            </a:schemeClr>
          </a:solidFill>
          <a:ln>
            <a:noFill/>
          </a:ln>
          <a:effectLst/>
        </p:spPr>
        <p:style>
          <a:lnRef idx="0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/>
        </p:style>
        <p:txBody>
          <a:bodyPr/>
          <a:lstStyle/>
          <a:p>
            <a:endParaRPr lang="pt-BR" noProof="0" dirty="0"/>
          </a:p>
        </p:txBody>
      </p:sp>
      <p:sp>
        <p:nvSpPr>
          <p:cNvPr id="1649656432" name="Retângulo 1649656431"/>
          <p:cNvSpPr/>
          <p:nvPr/>
        </p:nvSpPr>
        <p:spPr bwMode="auto">
          <a:xfrm>
            <a:off x="895038" y="5768349"/>
            <a:ext cx="432391" cy="432391"/>
          </a:xfrm>
          <a:prstGeom prst="rect">
            <a:avLst/>
          </a:prstGeom>
          <a:blipFill>
            <a:blip r:embed="rId4"/>
            <a:stretch/>
          </a:blipFill>
          <a:ln w="25400" cap="flat" cmpd="sng" algn="ctr">
            <a:noFill/>
            <a:prstDash val="solid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/>
          <a:lstStyle/>
          <a:p>
            <a:endParaRPr lang="pt-BR" noProof="0" dirty="0"/>
          </a:p>
        </p:txBody>
      </p:sp>
      <p:sp>
        <p:nvSpPr>
          <p:cNvPr id="187065968" name="Retângulo 187065967"/>
          <p:cNvSpPr/>
          <p:nvPr/>
        </p:nvSpPr>
        <p:spPr bwMode="auto">
          <a:xfrm>
            <a:off x="1565247" y="5591461"/>
            <a:ext cx="7121547" cy="786168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spcFirstLastPara="0" vert="horz" wrap="square" lIns="83201" tIns="83201" rIns="83201" bIns="83201" numCol="1" spcCol="1267" anchor="ctr" anchorCtr="0">
            <a:noAutofit/>
          </a:bodyPr>
          <a:lstStyle/>
          <a:p>
            <a:pPr marL="0" lvl="0" indent="0" algn="l" defTabSz="84454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pt-BR" sz="1900" noProof="0" dirty="0"/>
              <a:t>AF (ROS 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noProof="0" dirty="0"/>
              <a:t>Papel de Robótica no Curso</a:t>
            </a:r>
          </a:p>
        </p:txBody>
      </p:sp>
      <p:sp>
        <p:nvSpPr>
          <p:cNvPr id="120446148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657225" y="1485900"/>
            <a:ext cx="8029575" cy="472439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marL="283879" indent="-283879">
              <a:buFont typeface="Arial"/>
              <a:buChar char="•"/>
              <a:defRPr/>
            </a:pPr>
            <a:endParaRPr lang="pt-BR" noProof="0" dirty="0"/>
          </a:p>
          <a:p>
            <a:pPr marL="283879" indent="-283879">
              <a:buFont typeface="Arial"/>
              <a:buChar char="•"/>
              <a:defRPr/>
            </a:pPr>
            <a:r>
              <a:rPr lang="pt-BR" noProof="0" dirty="0"/>
              <a:t>Resolver um problema </a:t>
            </a:r>
          </a:p>
          <a:p>
            <a:pPr marL="283879" indent="-283879">
              <a:buFont typeface="Arial"/>
              <a:buChar char="•"/>
              <a:defRPr/>
            </a:pPr>
            <a:endParaRPr lang="pt-BR" noProof="0" dirty="0"/>
          </a:p>
          <a:p>
            <a:pPr marL="683929" lvl="1" indent="-283879">
              <a:lnSpc>
                <a:spcPct val="114999"/>
              </a:lnSpc>
              <a:buFont typeface="Arial"/>
              <a:buAutoNum type="arabicPeriod"/>
              <a:defRPr/>
            </a:pPr>
            <a:r>
              <a:rPr lang="pt-BR" noProof="0" dirty="0"/>
              <a:t>Não trivial</a:t>
            </a:r>
          </a:p>
          <a:p>
            <a:pPr marL="683929" lvl="1" indent="-283879">
              <a:lnSpc>
                <a:spcPct val="114999"/>
              </a:lnSpc>
              <a:buFont typeface="Arial"/>
              <a:buAutoNum type="arabicPeriod"/>
              <a:defRPr/>
            </a:pPr>
            <a:r>
              <a:rPr lang="pt-BR" noProof="0" dirty="0"/>
              <a:t>Combinando recursos (tutoriais, códigos de exemplo, </a:t>
            </a:r>
            <a:r>
              <a:rPr lang="pt-BR" noProof="0" dirty="0" err="1"/>
              <a:t>etc</a:t>
            </a:r>
            <a:r>
              <a:rPr lang="pt-BR" noProof="0" dirty="0"/>
              <a:t>) simples em uma solução complexa</a:t>
            </a:r>
          </a:p>
          <a:p>
            <a:pPr marL="683929" lvl="1" indent="-283879">
              <a:lnSpc>
                <a:spcPct val="114999"/>
              </a:lnSpc>
              <a:buFont typeface="Arial"/>
              <a:buAutoNum type="arabicPeriod"/>
              <a:defRPr/>
            </a:pPr>
            <a:r>
              <a:rPr lang="pt-BR" noProof="0" dirty="0"/>
              <a:t>Utilizando bibliotecas escritas por terceiros e que temos um domínio superficial do funcionamento</a:t>
            </a:r>
          </a:p>
          <a:p>
            <a:pPr marL="283879" indent="-283879">
              <a:buFont typeface="Arial"/>
              <a:buChar char="•"/>
              <a:defRPr/>
            </a:pPr>
            <a:endParaRPr lang="pt-BR" noProof="0" dirty="0"/>
          </a:p>
          <a:p>
            <a:pPr marL="283879" indent="-283879">
              <a:buFont typeface="Arial"/>
              <a:buChar char="•"/>
              <a:defRPr/>
            </a:pPr>
            <a:endParaRPr lang="pt-BR" noProof="0" dirty="0"/>
          </a:p>
          <a:p>
            <a:pPr marL="283879" indent="-283879">
              <a:buFont typeface="Arial"/>
              <a:buChar char="•"/>
              <a:defRPr/>
            </a:pPr>
            <a:r>
              <a:rPr lang="pt-BR" noProof="0" dirty="0"/>
              <a:t>Primeiro contato com computação envolvendo hardware e todos os desafios que isso traz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pt-BR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878578" name="Title 1"/>
          <p:cNvSpPr>
            <a:spLocks noGrp="1"/>
          </p:cNvSpPr>
          <p:nvPr>
            <p:ph type="title"/>
          </p:nvPr>
        </p:nvSpPr>
        <p:spPr bwMode="auto">
          <a:xfrm>
            <a:off x="457200" y="781050"/>
            <a:ext cx="8229600" cy="6191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noProof="0" dirty="0"/>
              <a:t>Atividades</a:t>
            </a:r>
          </a:p>
        </p:txBody>
      </p:sp>
      <p:sp>
        <p:nvSpPr>
          <p:cNvPr id="1972710773" name="Text Placeholder 2">
            <a:extLst>
              <a:ext uri="{FF2B5EF4-FFF2-40B4-BE49-F238E27FC236}">
                <a16:creationId xmlns:a16="http://schemas.microsoft.com/office/drawing/2014/main" id="{503A9C57-65A4-EA5C-1097-45D9FFCB42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925" y="85725"/>
            <a:ext cx="7229475" cy="352425"/>
          </a:xfrm>
        </p:spPr>
        <p:txBody>
          <a:bodyPr/>
          <a:lstStyle/>
          <a:p>
            <a:endParaRPr lang="pt-BR" noProof="0" dirty="0"/>
          </a:p>
        </p:txBody>
      </p:sp>
      <p:sp>
        <p:nvSpPr>
          <p:cNvPr id="1770908331" name="Content Placeholder 2"/>
          <p:cNvSpPr>
            <a:spLocks noGrp="1"/>
          </p:cNvSpPr>
          <p:nvPr>
            <p:ph idx="1"/>
          </p:nvPr>
        </p:nvSpPr>
        <p:spPr bwMode="auto">
          <a:xfrm>
            <a:off x="657225" y="1476375"/>
            <a:ext cx="3971925" cy="4667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endParaRPr lang="pt-BR" noProof="0" dirty="0"/>
          </a:p>
          <a:p>
            <a:pPr marL="283879" indent="-283879">
              <a:spcAft>
                <a:spcPts val="600"/>
              </a:spcAft>
              <a:buFont typeface="Arial"/>
              <a:buChar char="•"/>
              <a:defRPr/>
            </a:pPr>
            <a:r>
              <a:rPr lang="pt-BR" noProof="0" dirty="0"/>
              <a:t>Atividades de sala (desafios após alguma expositiva, completar um roteiro guiado, não obrigatórias mas úteis para aprender)</a:t>
            </a:r>
          </a:p>
          <a:p>
            <a:pPr marL="283879" indent="-283879">
              <a:spcAft>
                <a:spcPts val="600"/>
              </a:spcAft>
              <a:buFont typeface="Arial"/>
              <a:buChar char="•"/>
              <a:defRPr/>
            </a:pPr>
            <a:endParaRPr lang="pt-BR" noProof="0" dirty="0"/>
          </a:p>
          <a:p>
            <a:pPr marL="283879" indent="-283879">
              <a:spcAft>
                <a:spcPts val="600"/>
              </a:spcAft>
              <a:buFont typeface="Arial"/>
              <a:buChar char="•"/>
              <a:defRPr/>
            </a:pPr>
            <a:r>
              <a:rPr lang="pt-BR" noProof="0" dirty="0"/>
              <a:t>APS (atividade focada em praticar algum conceito já visto em sala)</a:t>
            </a:r>
          </a:p>
          <a:p>
            <a:pPr marL="283879" indent="-283879">
              <a:spcAft>
                <a:spcPts val="600"/>
              </a:spcAft>
              <a:buFont typeface="Arial"/>
              <a:buChar char="•"/>
              <a:defRPr/>
            </a:pPr>
            <a:endParaRPr lang="pt-BR" noProof="0" dirty="0"/>
          </a:p>
          <a:p>
            <a:pPr marL="283879" indent="-283879">
              <a:spcAft>
                <a:spcPts val="600"/>
              </a:spcAft>
              <a:buFont typeface="Arial"/>
              <a:buChar char="•"/>
              <a:defRPr/>
            </a:pPr>
            <a:r>
              <a:rPr lang="pt-BR" noProof="0" dirty="0"/>
              <a:t>Projeto</a:t>
            </a:r>
          </a:p>
          <a:p>
            <a:pPr marL="283879" indent="-283879">
              <a:spcAft>
                <a:spcPts val="600"/>
              </a:spcAft>
              <a:buFont typeface="Arial"/>
              <a:buChar char="•"/>
              <a:defRPr/>
            </a:pPr>
            <a:endParaRPr lang="pt-BR" noProof="0" dirty="0"/>
          </a:p>
        </p:txBody>
      </p:sp>
      <p:pic>
        <p:nvPicPr>
          <p:cNvPr id="142515648" name="Imagem 142515647" descr="Tela de jogo de vídeo game&#10;&#10;Descrição gerada automaticamente com confiança média"/>
          <p:cNvPicPr>
            <a:picLocks noChangeAspect="1"/>
          </p:cNvPicPr>
          <p:nvPr/>
        </p:nvPicPr>
        <p:blipFill rotWithShape="1">
          <a:blip r:embed="rId2"/>
          <a:srcRect l="23367" r="25464" b="2"/>
          <a:stretch/>
        </p:blipFill>
        <p:spPr bwMode="auto">
          <a:xfrm>
            <a:off x="4714875" y="1476375"/>
            <a:ext cx="3971925" cy="46767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noProof="0" dirty="0"/>
              <a:t>Avaliações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657225" y="1485900"/>
            <a:ext cx="8029575" cy="53721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7500"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2100" noProof="0" dirty="0"/>
              <a:t>Avaliação Intermediária – AI (30%)</a:t>
            </a:r>
          </a:p>
          <a:p>
            <a:pPr marL="1143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2100" noProof="0" dirty="0"/>
              <a:t>Avaliação Final - AF (30%)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2100" noProof="0" dirty="0"/>
              <a:t>Projetos (20%)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2100" noProof="0" dirty="0"/>
              <a:t>APS (20%)</a:t>
            </a:r>
          </a:p>
          <a:p>
            <a:pPr marL="857250" lvl="1" indent="-457200">
              <a:lnSpc>
                <a:spcPct val="150000"/>
              </a:lnSpc>
              <a:defRPr/>
            </a:pPr>
            <a:r>
              <a:rPr lang="pt-BR" sz="2100" dirty="0"/>
              <a:t>Com Robô: Em duplas</a:t>
            </a:r>
          </a:p>
          <a:p>
            <a:pPr marL="857250" lvl="1" indent="-457200">
              <a:lnSpc>
                <a:spcPct val="150000"/>
              </a:lnSpc>
              <a:defRPr/>
            </a:pPr>
            <a:r>
              <a:rPr lang="pt-BR" sz="2100" noProof="0" dirty="0"/>
              <a:t>Sem Robô: Individual</a:t>
            </a:r>
          </a:p>
          <a:p>
            <a:pPr marL="1143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2000" noProof="0" dirty="0"/>
              <a:t>Substitutiva</a:t>
            </a:r>
          </a:p>
          <a:p>
            <a:pPr marL="1143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2000" noProof="0" dirty="0"/>
              <a:t>Delta</a:t>
            </a:r>
          </a:p>
          <a:p>
            <a:pPr marL="400050" lvl="1" indent="0" algn="ctr">
              <a:lnSpc>
                <a:spcPct val="150000"/>
              </a:lnSpc>
              <a:buFont typeface="Arial"/>
              <a:buNone/>
              <a:defRPr/>
            </a:pPr>
            <a:r>
              <a:rPr lang="pt-BR" sz="2000" b="1" noProof="0" dirty="0">
                <a:solidFill>
                  <a:srgbClr val="C00000"/>
                </a:solidFill>
              </a:rPr>
              <a:t>Critérios completos na página da disciplina</a:t>
            </a:r>
          </a:p>
          <a:p>
            <a:pPr marL="400050" lvl="1" indent="0" algn="ctr">
              <a:lnSpc>
                <a:spcPct val="150000"/>
              </a:lnSpc>
              <a:buFont typeface="Arial"/>
              <a:buNone/>
              <a:defRPr/>
            </a:pPr>
            <a:r>
              <a:rPr lang="pt-BR" sz="2000" b="1" noProof="0" dirty="0">
                <a:solidFill>
                  <a:srgbClr val="C00000"/>
                </a:solidFill>
              </a:rPr>
              <a:t>https://insper.github.io/robotica-computacional/criterios/</a:t>
            </a:r>
          </a:p>
          <a:p>
            <a:pPr marL="400050" lvl="1" indent="0" algn="ctr">
              <a:lnSpc>
                <a:spcPct val="150000"/>
              </a:lnSpc>
              <a:buFont typeface="Arial"/>
              <a:buNone/>
              <a:defRPr/>
            </a:pPr>
            <a:endParaRPr lang="pt-BR" sz="2000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pt-BR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9E0CBE2-05A6-AB30-CA23-0C6745BDD19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6D28-FE05-8C1B-1DAD-FACF140358CD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noProof="0" dirty="0"/>
              <a:t>Buscando Ajuda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02224-C049-6568-A11A-C3CF57446FD8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657225" y="1485900"/>
            <a:ext cx="8029575" cy="331125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7500"/>
          </a:bodyPr>
          <a:lstStyle/>
          <a:p>
            <a:pPr marL="857250" lvl="1" indent="-457200">
              <a:lnSpc>
                <a:spcPct val="150000"/>
              </a:lnSpc>
              <a:buFont typeface="Arial"/>
              <a:buAutoNum type="arabicPeriod"/>
              <a:defRPr/>
            </a:pPr>
            <a:r>
              <a:rPr lang="pt-BR" sz="2000" noProof="0" dirty="0"/>
              <a:t>Durante aulas Studio, utilizamos lista de duvidas</a:t>
            </a:r>
          </a:p>
          <a:p>
            <a:pPr marL="857250" lvl="1" indent="-457200">
              <a:lnSpc>
                <a:spcPct val="150000"/>
              </a:lnSpc>
              <a:buFont typeface="Arial"/>
              <a:buAutoNum type="arabicPeriod"/>
              <a:defRPr/>
            </a:pPr>
            <a:r>
              <a:rPr lang="pt-BR" sz="2000" noProof="0" dirty="0"/>
              <a:t>Os alunos serão atendidos na ordem da lista</a:t>
            </a:r>
          </a:p>
          <a:p>
            <a:pPr marL="857250" lvl="1" indent="-457200">
              <a:lnSpc>
                <a:spcPct val="150000"/>
              </a:lnSpc>
              <a:buFont typeface="Arial"/>
              <a:buAutoNum type="arabicPeriod"/>
              <a:defRPr/>
            </a:pPr>
            <a:r>
              <a:rPr lang="pt-BR" sz="2000" noProof="0" dirty="0"/>
              <a:t>Para reduzir o tempo de espera, antes de colocar o nome na lista o aluno deve:</a:t>
            </a:r>
          </a:p>
          <a:p>
            <a:pPr marL="1257300" lvl="2" indent="-457200">
              <a:lnSpc>
                <a:spcPct val="150000"/>
              </a:lnSpc>
              <a:buFont typeface="Arial"/>
              <a:buAutoNum type="arabicPeriod"/>
              <a:defRPr/>
            </a:pPr>
            <a:r>
              <a:rPr lang="pt-BR" sz="2000" noProof="0" dirty="0"/>
              <a:t>Explicar o problema para sua dupla</a:t>
            </a:r>
          </a:p>
          <a:p>
            <a:pPr marL="1257300" lvl="2" indent="-457200">
              <a:lnSpc>
                <a:spcPct val="150000"/>
              </a:lnSpc>
              <a:buFont typeface="Arial"/>
              <a:buAutoNum type="arabicPeriod"/>
              <a:defRPr/>
            </a:pPr>
            <a:r>
              <a:rPr lang="pt-BR" sz="2000" noProof="0" dirty="0"/>
              <a:t>Tentar procurar a solução online</a:t>
            </a:r>
          </a:p>
          <a:p>
            <a:pPr marL="1714500" lvl="3" indent="-457200">
              <a:lnSpc>
                <a:spcPct val="150000"/>
              </a:lnSpc>
              <a:buFont typeface="Arial"/>
              <a:buAutoNum type="arabicPeriod"/>
              <a:defRPr/>
            </a:pPr>
            <a:r>
              <a:rPr lang="pt-BR" sz="2000" noProof="0" dirty="0"/>
              <a:t>REF: </a:t>
            </a:r>
            <a:r>
              <a:rPr lang="pt-BR" sz="2000" noProof="0" dirty="0">
                <a:hlinkClick r:id="rId2"/>
              </a:rPr>
              <a:t>link</a:t>
            </a:r>
            <a:endParaRPr lang="pt-BR" sz="2000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C4928-0406-3D7A-7F11-8F79B214BC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pt-BR" noProof="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4AE02DE-E9A7-0467-043F-BC9200678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192" y="3789040"/>
            <a:ext cx="2627870" cy="256346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C378D6-CEAF-F68F-ED54-069F33F0B524}"/>
              </a:ext>
            </a:extLst>
          </p:cNvPr>
          <p:cNvSpPr txBox="1">
            <a:spLocks/>
          </p:cNvSpPr>
          <p:nvPr/>
        </p:nvSpPr>
        <p:spPr bwMode="auto">
          <a:xfrm>
            <a:off x="161925" y="4005064"/>
            <a:ext cx="8029575" cy="5372100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7500"/>
          </a:bodyPr>
          <a:lstStyle>
            <a:lvl1pPr marL="0" indent="0" algn="l" defTabSz="914400">
              <a:spcBef>
                <a:spcPts val="0"/>
              </a:spcBef>
              <a:buFontTx/>
              <a:buNone/>
              <a:defRPr sz="1800" b="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18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18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18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lnSpc>
                <a:spcPct val="150000"/>
              </a:lnSpc>
              <a:buNone/>
              <a:defRPr/>
            </a:pPr>
            <a:endParaRPr lang="pt-BR" sz="2000" noProof="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85C2950-9CC0-0B13-2386-B7155ABAB2FE}"/>
              </a:ext>
            </a:extLst>
          </p:cNvPr>
          <p:cNvSpPr txBox="1"/>
          <p:nvPr/>
        </p:nvSpPr>
        <p:spPr>
          <a:xfrm>
            <a:off x="1099194" y="5294947"/>
            <a:ext cx="53549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>
                <a:latin typeface="Verdana" panose="020B0604030504040204" pitchFamily="34" charset="0"/>
                <a:ea typeface="Verdana" panose="020B0604030504040204" pitchFamily="34" charset="0"/>
              </a:rPr>
              <a:t>É importante o aluno aprender a ler a saída do erro no terminal e</a:t>
            </a:r>
            <a:r>
              <a:rPr lang="pt-BR" dirty="0">
                <a:latin typeface="Verdana" panose="020B0604030504040204" pitchFamily="34" charset="0"/>
                <a:ea typeface="Verdana" panose="020B0604030504040204" pitchFamily="34" charset="0"/>
              </a:rPr>
              <a:t> então</a:t>
            </a:r>
            <a:r>
              <a:rPr lang="pt-BR" noProof="0" dirty="0">
                <a:latin typeface="Verdana" panose="020B0604030504040204" pitchFamily="34" charset="0"/>
                <a:ea typeface="Verdana" panose="020B0604030504040204" pitchFamily="34" charset="0"/>
              </a:rPr>
              <a:t> saber procurar soluções na internet. Saber que termos usar</a:t>
            </a:r>
            <a:r>
              <a:rPr lang="pt-BR" b="0" i="0" noProof="0" dirty="0">
                <a:solidFill>
                  <a:srgbClr val="090A1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e qual solução confiar é uma técnica de programadores experientes.</a:t>
            </a:r>
            <a:endParaRPr lang="pt-BR" noProof="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434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95815" name="Título 1"/>
          <p:cNvSpPr>
            <a:spLocks noGrp="1"/>
          </p:cNvSpPr>
          <p:nvPr>
            <p:ph type="title"/>
          </p:nvPr>
        </p:nvSpPr>
        <p:spPr bwMode="auto">
          <a:xfrm>
            <a:off x="457200" y="781048"/>
            <a:ext cx="8229600" cy="619123"/>
          </a:xfrm>
        </p:spPr>
        <p:txBody>
          <a:bodyPr anchor="t">
            <a:normAutofit/>
          </a:bodyPr>
          <a:lstStyle/>
          <a:p>
            <a:pPr>
              <a:defRPr/>
            </a:pPr>
            <a:r>
              <a:rPr lang="pt-BR" noProof="0" dirty="0"/>
              <a:t>Nossos equipamentos</a:t>
            </a:r>
          </a:p>
        </p:txBody>
      </p:sp>
      <p:sp>
        <p:nvSpPr>
          <p:cNvPr id="658552460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657225" y="1485900"/>
            <a:ext cx="3919537" cy="4724399"/>
          </a:xfrm>
        </p:spPr>
        <p:txBody>
          <a:bodyPr vertOverflow="overflow" horzOverflow="overflow" vert="horz" lIns="91440" tIns="45720" rIns="91440" bIns="45720" numCol="1" spcCol="0" rtlCol="0" fromWordArt="0" anchorCtr="0" forceAA="0" compatLnSpc="0">
            <a:normAutofit/>
          </a:bodyPr>
          <a:lstStyle/>
          <a:p>
            <a:pPr marL="283879" indent="-283879">
              <a:spcAft>
                <a:spcPts val="600"/>
              </a:spcAft>
              <a:buFontTx/>
              <a:buAutoNum type="arabicPeriod"/>
              <a:defRPr/>
            </a:pPr>
            <a:r>
              <a:rPr lang="pt-BR" noProof="0" dirty="0"/>
              <a:t>Linux ROS (</a:t>
            </a:r>
            <a:r>
              <a:rPr lang="pt-BR" noProof="0" dirty="0" err="1"/>
              <a:t>Robot</a:t>
            </a:r>
            <a:r>
              <a:rPr lang="pt-BR" noProof="0" dirty="0"/>
              <a:t> </a:t>
            </a:r>
            <a:r>
              <a:rPr lang="pt-BR" noProof="0" dirty="0" err="1"/>
              <a:t>Operating</a:t>
            </a:r>
            <a:r>
              <a:rPr lang="pt-BR" noProof="0" dirty="0"/>
              <a:t> System)</a:t>
            </a:r>
          </a:p>
          <a:p>
            <a:pPr marL="1026829" lvl="1" indent="-283879">
              <a:spcAft>
                <a:spcPts val="600"/>
              </a:spcAft>
              <a:buFont typeface="Arial"/>
              <a:buChar char="•"/>
              <a:defRPr/>
            </a:pPr>
            <a:r>
              <a:rPr lang="pt-BR" noProof="0" dirty="0"/>
              <a:t>Ubuntu 22.04</a:t>
            </a:r>
          </a:p>
          <a:p>
            <a:pPr marL="1026829" lvl="1" indent="-283879">
              <a:spcAft>
                <a:spcPts val="600"/>
              </a:spcAft>
              <a:buFont typeface="Arial"/>
              <a:buChar char="•"/>
              <a:defRPr/>
            </a:pPr>
            <a:r>
              <a:rPr lang="pt-BR" noProof="0" dirty="0"/>
              <a:t>ROS 2 </a:t>
            </a:r>
            <a:r>
              <a:rPr lang="pt-BR" noProof="0" dirty="0" err="1"/>
              <a:t>Humble</a:t>
            </a:r>
            <a:endParaRPr lang="pt-BR" noProof="0" dirty="0"/>
          </a:p>
          <a:p>
            <a:pPr marL="1026829" lvl="1" indent="-283879">
              <a:spcAft>
                <a:spcPts val="600"/>
              </a:spcAft>
              <a:buFont typeface="Arial"/>
              <a:buChar char="•"/>
              <a:defRPr/>
            </a:pPr>
            <a:r>
              <a:rPr lang="pt-BR" noProof="0" dirty="0"/>
              <a:t>Python</a:t>
            </a:r>
          </a:p>
          <a:p>
            <a:pPr marL="283879" indent="-283879">
              <a:spcAft>
                <a:spcPts val="600"/>
              </a:spcAft>
              <a:buFontTx/>
              <a:buAutoNum type="arabicPeriod"/>
              <a:defRPr/>
            </a:pPr>
            <a:r>
              <a:rPr lang="pt-BR" noProof="0" dirty="0" err="1"/>
              <a:t>Turtlebot</a:t>
            </a:r>
            <a:endParaRPr lang="pt-BR" noProof="0" dirty="0"/>
          </a:p>
          <a:p>
            <a:pPr marL="283878" indent="-283878">
              <a:spcAft>
                <a:spcPts val="600"/>
              </a:spcAft>
              <a:buFontTx/>
              <a:buAutoNum type="arabicPeriod"/>
              <a:defRPr/>
            </a:pPr>
            <a:r>
              <a:rPr lang="pt-BR" b="0" i="0" u="none" strike="noStrike" cap="none" spc="0" noProof="0" dirty="0"/>
              <a:t>Simulador Gazebo</a:t>
            </a:r>
            <a:endParaRPr lang="pt-BR" noProof="0" dirty="0"/>
          </a:p>
          <a:p>
            <a:pPr marL="283879" indent="-283879">
              <a:spcAft>
                <a:spcPts val="600"/>
              </a:spcAft>
              <a:buFontTx/>
              <a:buAutoNum type="arabicPeriod"/>
              <a:defRPr/>
            </a:pPr>
            <a:endParaRPr lang="pt-BR" noProof="0" dirty="0"/>
          </a:p>
        </p:txBody>
      </p:sp>
      <p:sp>
        <p:nvSpPr>
          <p:cNvPr id="1372418811" name="Text Placeholder 3">
            <a:extLst>
              <a:ext uri="{FF2B5EF4-FFF2-40B4-BE49-F238E27FC236}">
                <a16:creationId xmlns:a16="http://schemas.microsoft.com/office/drawing/2014/main" id="{884A6649-95A8-4C69-033F-0282CD808D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925" y="85725"/>
            <a:ext cx="7229475" cy="352425"/>
          </a:xfrm>
        </p:spPr>
        <p:txBody>
          <a:bodyPr/>
          <a:lstStyle/>
          <a:p>
            <a:endParaRPr lang="pt-BR" noProof="0" dirty="0"/>
          </a:p>
        </p:txBody>
      </p:sp>
      <p:pic>
        <p:nvPicPr>
          <p:cNvPr id="4098" name="Picture 2" descr="ROS 2 Humble Hawksbill Release! — Open Robotics">
            <a:extLst>
              <a:ext uri="{FF2B5EF4-FFF2-40B4-BE49-F238E27FC236}">
                <a16:creationId xmlns:a16="http://schemas.microsoft.com/office/drawing/2014/main" id="{69A9F349-6D0F-FD24-419E-1840F98B91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4"/>
          <a:stretch/>
        </p:blipFill>
        <p:spPr bwMode="auto">
          <a:xfrm>
            <a:off x="4767262" y="1485900"/>
            <a:ext cx="3919537" cy="4724399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514512" name="Título 1"/>
          <p:cNvSpPr>
            <a:spLocks noGrp="1"/>
          </p:cNvSpPr>
          <p:nvPr>
            <p:ph type="title"/>
          </p:nvPr>
        </p:nvSpPr>
        <p:spPr bwMode="auto">
          <a:xfrm>
            <a:off x="457200" y="781048"/>
            <a:ext cx="8229600" cy="61912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noProof="0" dirty="0"/>
              <a:t>Nossos equipamentos</a:t>
            </a:r>
          </a:p>
        </p:txBody>
      </p:sp>
      <p:sp>
        <p:nvSpPr>
          <p:cNvPr id="402931002" name="Text Placeholder 3"/>
          <p:cNvSpPr>
            <a:spLocks noGrp="1"/>
          </p:cNvSpPr>
          <p:nvPr>
            <p:ph type="body" sz="quarter" idx="13"/>
          </p:nvPr>
        </p:nvSpPr>
        <p:spPr bwMode="auto">
          <a:xfrm>
            <a:off x="161923" y="85725"/>
            <a:ext cx="7229475" cy="352423"/>
          </a:xfrm>
        </p:spPr>
        <p:txBody>
          <a:bodyPr/>
          <a:lstStyle/>
          <a:p>
            <a:pPr>
              <a:defRPr/>
            </a:pPr>
            <a:endParaRPr lang="pt-BR" noProof="0" dirty="0"/>
          </a:p>
        </p:txBody>
      </p:sp>
      <p:sp>
        <p:nvSpPr>
          <p:cNvPr id="41641324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657224" y="1485900"/>
            <a:ext cx="8029575" cy="61340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283879" indent="-283879" algn="l">
              <a:lnSpc>
                <a:spcPct val="150000"/>
              </a:lnSpc>
              <a:buFontTx/>
              <a:buAutoNum type="arabicPeriod"/>
              <a:defRPr/>
            </a:pPr>
            <a:r>
              <a:rPr lang="pt-BR" noProof="0" dirty="0"/>
              <a:t>Linux ROS (</a:t>
            </a:r>
            <a:r>
              <a:rPr lang="pt-BR" noProof="0" dirty="0" err="1"/>
              <a:t>Robot</a:t>
            </a:r>
            <a:r>
              <a:rPr lang="pt-BR" noProof="0" dirty="0"/>
              <a:t> </a:t>
            </a:r>
            <a:r>
              <a:rPr lang="pt-BR" noProof="0" dirty="0" err="1"/>
              <a:t>Operating</a:t>
            </a:r>
            <a:r>
              <a:rPr lang="pt-BR" noProof="0" dirty="0"/>
              <a:t> System)</a:t>
            </a:r>
          </a:p>
          <a:p>
            <a:pPr marL="283879" indent="-283879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  <a:p>
            <a:pPr marL="283879" indent="-283879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  <a:p>
            <a:pPr marL="283879" indent="-283879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  <a:p>
            <a:pPr marL="283879" indent="-283879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  <a:p>
            <a:pPr marL="283879" indent="-283879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  <a:p>
            <a:pPr marL="283879" indent="-283879" algn="l">
              <a:lnSpc>
                <a:spcPct val="150000"/>
              </a:lnSpc>
              <a:buFontTx/>
              <a:buAutoNum type="arabicPeriod"/>
              <a:defRPr/>
            </a:pPr>
            <a:r>
              <a:rPr lang="pt-BR" noProof="0" dirty="0" err="1"/>
              <a:t>Turtlebot</a:t>
            </a:r>
            <a:endParaRPr lang="pt-BR" noProof="0" dirty="0"/>
          </a:p>
          <a:p>
            <a:pPr marL="283878" indent="-283878" algn="l">
              <a:lnSpc>
                <a:spcPct val="150000"/>
              </a:lnSpc>
              <a:buFontTx/>
              <a:buAutoNum type="arabicPeriod"/>
              <a:defRPr/>
            </a:pPr>
            <a:r>
              <a:rPr lang="pt-BR" sz="1800" b="0" i="0" u="none" strike="noStrike" cap="none" spc="0" noProof="0" dirty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Simulador Gazebo</a:t>
            </a:r>
            <a:endParaRPr lang="pt-BR" sz="1800" noProof="0" dirty="0"/>
          </a:p>
          <a:p>
            <a:pPr marL="283879" indent="-283879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</p:txBody>
      </p:sp>
      <p:pic>
        <p:nvPicPr>
          <p:cNvPr id="249876121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4765583" y="1971134"/>
            <a:ext cx="2625815" cy="3384839"/>
          </a:xfrm>
          <a:prstGeom prst="rect">
            <a:avLst/>
          </a:prstGeom>
          <a:noFill/>
        </p:spPr>
      </p:pic>
      <p:sp>
        <p:nvSpPr>
          <p:cNvPr id="1378241302" name="CaixaDeTexto 1378241301"/>
          <p:cNvSpPr txBox="1"/>
          <p:nvPr/>
        </p:nvSpPr>
        <p:spPr bwMode="auto">
          <a:xfrm>
            <a:off x="963466" y="2444149"/>
            <a:ext cx="4076313" cy="9144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83879" indent="-283879">
              <a:buFont typeface="Arial"/>
              <a:buChar char="•"/>
              <a:defRPr/>
            </a:pPr>
            <a:r>
              <a:rPr lang="pt-BR" noProof="0" dirty="0"/>
              <a:t>SSD com Linux</a:t>
            </a:r>
          </a:p>
          <a:p>
            <a:pPr marL="283879" indent="-283879">
              <a:buFont typeface="Arial"/>
              <a:buChar char="•"/>
              <a:defRPr/>
            </a:pPr>
            <a:r>
              <a:rPr lang="pt-BR" noProof="0" dirty="0"/>
              <a:t>Tudo já instalado</a:t>
            </a:r>
          </a:p>
          <a:p>
            <a:pPr marL="283879" indent="-283879">
              <a:buFont typeface="Arial"/>
              <a:buChar char="•"/>
              <a:defRPr/>
            </a:pPr>
            <a:r>
              <a:rPr lang="pt-BR" noProof="0" dirty="0"/>
              <a:t>Ambiente padrão</a:t>
            </a:r>
          </a:p>
        </p:txBody>
      </p:sp>
      <p:pic>
        <p:nvPicPr>
          <p:cNvPr id="84299500" name="Imagem 8429949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735541" y="1944265"/>
            <a:ext cx="2805565" cy="347405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065564" name="Título 1"/>
          <p:cNvSpPr>
            <a:spLocks noGrp="1"/>
          </p:cNvSpPr>
          <p:nvPr>
            <p:ph type="title"/>
          </p:nvPr>
        </p:nvSpPr>
        <p:spPr bwMode="auto">
          <a:xfrm>
            <a:off x="457200" y="781048"/>
            <a:ext cx="8229600" cy="61912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noProof="0" dirty="0"/>
              <a:t>Nossos equipamentos</a:t>
            </a:r>
          </a:p>
        </p:txBody>
      </p:sp>
      <p:sp>
        <p:nvSpPr>
          <p:cNvPr id="353599184" name="Text Placeholder 3"/>
          <p:cNvSpPr>
            <a:spLocks noGrp="1"/>
          </p:cNvSpPr>
          <p:nvPr>
            <p:ph type="body" sz="quarter" idx="13"/>
          </p:nvPr>
        </p:nvSpPr>
        <p:spPr bwMode="auto">
          <a:xfrm>
            <a:off x="161923" y="85725"/>
            <a:ext cx="7229475" cy="352423"/>
          </a:xfrm>
        </p:spPr>
        <p:txBody>
          <a:bodyPr/>
          <a:lstStyle/>
          <a:p>
            <a:pPr>
              <a:defRPr/>
            </a:pPr>
            <a:endParaRPr lang="pt-BR" noProof="0" dirty="0"/>
          </a:p>
        </p:txBody>
      </p:sp>
      <p:sp>
        <p:nvSpPr>
          <p:cNvPr id="907766726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657224" y="1485900"/>
            <a:ext cx="8029575" cy="61340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283879" indent="-283879" algn="l">
              <a:lnSpc>
                <a:spcPct val="150000"/>
              </a:lnSpc>
              <a:buFontTx/>
              <a:buAutoNum type="arabicPeriod"/>
              <a:defRPr/>
            </a:pPr>
            <a:r>
              <a:rPr lang="pt-BR" noProof="0" dirty="0"/>
              <a:t>Linux ROS (</a:t>
            </a:r>
            <a:r>
              <a:rPr lang="pt-BR" noProof="0" dirty="0" err="1"/>
              <a:t>Robot</a:t>
            </a:r>
            <a:r>
              <a:rPr lang="pt-BR" noProof="0" dirty="0"/>
              <a:t> </a:t>
            </a:r>
            <a:r>
              <a:rPr lang="pt-BR" noProof="0" dirty="0" err="1"/>
              <a:t>Operating</a:t>
            </a:r>
            <a:r>
              <a:rPr lang="pt-BR" noProof="0" dirty="0"/>
              <a:t> System)</a:t>
            </a:r>
          </a:p>
          <a:p>
            <a:pPr marL="283879" indent="-283879" algn="l">
              <a:lnSpc>
                <a:spcPct val="150000"/>
              </a:lnSpc>
              <a:buFontTx/>
              <a:buAutoNum type="arabicPeriod"/>
              <a:defRPr/>
            </a:pPr>
            <a:r>
              <a:rPr lang="pt-BR" noProof="0" dirty="0" err="1"/>
              <a:t>Turtlebot</a:t>
            </a:r>
            <a:endParaRPr lang="pt-BR" noProof="0" dirty="0"/>
          </a:p>
          <a:p>
            <a:pPr marL="283879" indent="-283879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  <a:p>
            <a:pPr marL="283879" indent="-283879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  <a:p>
            <a:pPr marL="283879" indent="-283879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  <a:p>
            <a:pPr marL="283879" indent="-283879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  <a:p>
            <a:pPr marL="283879" indent="-283879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  <a:p>
            <a:pPr marL="283878" indent="-283878" algn="l">
              <a:lnSpc>
                <a:spcPct val="150000"/>
              </a:lnSpc>
              <a:buFontTx/>
              <a:buAutoNum type="arabicPeriod"/>
              <a:defRPr/>
            </a:pPr>
            <a:r>
              <a:rPr lang="pt-BR" sz="1800" b="0" i="0" u="none" strike="noStrike" cap="none" spc="0" noProof="0" dirty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Simulador Gazebo</a:t>
            </a:r>
            <a:endParaRPr lang="pt-BR" sz="1800" noProof="0" dirty="0"/>
          </a:p>
          <a:p>
            <a:pPr marL="283879" indent="-283879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</p:txBody>
      </p:sp>
      <p:sp>
        <p:nvSpPr>
          <p:cNvPr id="281105052" name="CaixaDeTexto 281105051"/>
          <p:cNvSpPr txBox="1"/>
          <p:nvPr/>
        </p:nvSpPr>
        <p:spPr bwMode="auto">
          <a:xfrm>
            <a:off x="963465" y="2758654"/>
            <a:ext cx="4080488" cy="146307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83879" indent="-283879">
              <a:buFont typeface="Arial"/>
              <a:buChar char="•"/>
              <a:defRPr/>
            </a:pPr>
            <a:r>
              <a:rPr lang="pt-BR" noProof="0" dirty="0"/>
              <a:t>Robô de ensino</a:t>
            </a:r>
          </a:p>
          <a:p>
            <a:pPr marL="283879" indent="-283879">
              <a:buFont typeface="Arial"/>
              <a:buChar char="•"/>
              <a:defRPr/>
            </a:pPr>
            <a:r>
              <a:rPr lang="pt-BR" noProof="0" dirty="0"/>
              <a:t>Customizações do Insper</a:t>
            </a:r>
          </a:p>
          <a:p>
            <a:pPr marL="283879" indent="-283879">
              <a:buFont typeface="Arial"/>
              <a:buChar char="•"/>
              <a:defRPr/>
            </a:pPr>
            <a:r>
              <a:rPr lang="pt-BR" noProof="0" dirty="0"/>
              <a:t>Sensores: </a:t>
            </a:r>
          </a:p>
          <a:p>
            <a:pPr lvl="1">
              <a:defRPr/>
            </a:pPr>
            <a:r>
              <a:rPr lang="pt-BR" noProof="0" dirty="0"/>
              <a:t>câmera, radar, </a:t>
            </a:r>
            <a:r>
              <a:rPr lang="pt-BR" noProof="0" dirty="0" err="1"/>
              <a:t>bumper</a:t>
            </a:r>
            <a:endParaRPr lang="pt-BR" noProof="0" dirty="0"/>
          </a:p>
          <a:p>
            <a:pPr lvl="1">
              <a:defRPr/>
            </a:pPr>
            <a:r>
              <a:rPr lang="pt-BR" noProof="0" dirty="0" err="1"/>
              <a:t>odometria</a:t>
            </a:r>
            <a:endParaRPr lang="pt-BR" noProof="0" dirty="0"/>
          </a:p>
        </p:txBody>
      </p:sp>
      <p:pic>
        <p:nvPicPr>
          <p:cNvPr id="202435430" name="Picture 6" descr="A picture containing indoor, cluttered, items, table&#10;&#10;Description automatically generated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rot="5399976">
            <a:off x="4281425" y="2398381"/>
            <a:ext cx="3632925" cy="272469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281244" name="Título 1"/>
          <p:cNvSpPr>
            <a:spLocks noGrp="1"/>
          </p:cNvSpPr>
          <p:nvPr>
            <p:ph type="title"/>
          </p:nvPr>
        </p:nvSpPr>
        <p:spPr bwMode="auto">
          <a:xfrm>
            <a:off x="457200" y="781047"/>
            <a:ext cx="8229600" cy="61912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noProof="0" dirty="0"/>
              <a:t>Nossos equipamentos</a:t>
            </a:r>
          </a:p>
        </p:txBody>
      </p:sp>
      <p:sp>
        <p:nvSpPr>
          <p:cNvPr id="1820912545" name="Text Placeholder 3"/>
          <p:cNvSpPr>
            <a:spLocks noGrp="1"/>
          </p:cNvSpPr>
          <p:nvPr>
            <p:ph type="body" sz="quarter" idx="13"/>
          </p:nvPr>
        </p:nvSpPr>
        <p:spPr bwMode="auto">
          <a:xfrm>
            <a:off x="161922" y="85725"/>
            <a:ext cx="7229475" cy="352422"/>
          </a:xfrm>
        </p:spPr>
        <p:txBody>
          <a:bodyPr/>
          <a:lstStyle/>
          <a:p>
            <a:pPr>
              <a:defRPr/>
            </a:pPr>
            <a:endParaRPr lang="pt-BR" noProof="0" dirty="0"/>
          </a:p>
        </p:txBody>
      </p:sp>
      <p:sp>
        <p:nvSpPr>
          <p:cNvPr id="1131643928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657223" y="1485900"/>
            <a:ext cx="8029575" cy="613409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283878" indent="-283878" algn="l">
              <a:lnSpc>
                <a:spcPct val="150000"/>
              </a:lnSpc>
              <a:buFontTx/>
              <a:buAutoNum type="arabicPeriod"/>
              <a:defRPr/>
            </a:pPr>
            <a:r>
              <a:rPr lang="pt-BR" noProof="0" dirty="0"/>
              <a:t>Linux ROS (</a:t>
            </a:r>
            <a:r>
              <a:rPr lang="pt-BR" noProof="0" dirty="0" err="1"/>
              <a:t>Robot</a:t>
            </a:r>
            <a:r>
              <a:rPr lang="pt-BR" noProof="0" dirty="0"/>
              <a:t> </a:t>
            </a:r>
            <a:r>
              <a:rPr lang="pt-BR" noProof="0" dirty="0" err="1"/>
              <a:t>Operating</a:t>
            </a:r>
            <a:r>
              <a:rPr lang="pt-BR" noProof="0" dirty="0"/>
              <a:t> System)</a:t>
            </a:r>
          </a:p>
          <a:p>
            <a:pPr marL="283878" indent="-283878" algn="l">
              <a:lnSpc>
                <a:spcPct val="150000"/>
              </a:lnSpc>
              <a:buFontTx/>
              <a:buAutoNum type="arabicPeriod"/>
              <a:defRPr/>
            </a:pPr>
            <a:r>
              <a:rPr lang="pt-BR" noProof="0" dirty="0" err="1"/>
              <a:t>Turtlebot</a:t>
            </a:r>
            <a:endParaRPr lang="pt-BR" noProof="0" dirty="0"/>
          </a:p>
          <a:p>
            <a:pPr marL="283878" indent="-283878" algn="l">
              <a:lnSpc>
                <a:spcPct val="150000"/>
              </a:lnSpc>
              <a:buFontTx/>
              <a:buAutoNum type="arabicPeriod"/>
              <a:defRPr/>
            </a:pPr>
            <a:r>
              <a:rPr lang="pt-BR" sz="1800" b="0" i="0" u="none" strike="noStrike" cap="none" spc="0" noProof="0" dirty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Simulador Gazebo</a:t>
            </a:r>
            <a:endParaRPr lang="pt-BR" sz="1800" noProof="0" dirty="0"/>
          </a:p>
          <a:p>
            <a:pPr marL="283878" indent="-283878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  <a:p>
            <a:pPr marL="283878" indent="-283878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  <a:p>
            <a:pPr marL="283878" indent="-283878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  <a:p>
            <a:pPr marL="283878" indent="-283878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  <a:p>
            <a:pPr marL="283878" indent="-283878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  <a:p>
            <a:pPr marL="283878" indent="-283878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  <a:p>
            <a:pPr marL="283878" indent="-283878" algn="l">
              <a:lnSpc>
                <a:spcPct val="150000"/>
              </a:lnSpc>
              <a:buFontTx/>
              <a:buAutoNum type="arabicPeriod"/>
              <a:defRPr/>
            </a:pPr>
            <a:endParaRPr lang="pt-BR" noProof="0" dirty="0"/>
          </a:p>
          <a:p>
            <a:pPr algn="l">
              <a:lnSpc>
                <a:spcPct val="150000"/>
              </a:lnSpc>
              <a:defRPr/>
            </a:pPr>
            <a:endParaRPr lang="pt-BR" b="0" noProof="0" dirty="0"/>
          </a:p>
        </p:txBody>
      </p:sp>
      <p:sp>
        <p:nvSpPr>
          <p:cNvPr id="37767009" name="CaixaDeTexto 37767008"/>
          <p:cNvSpPr txBox="1"/>
          <p:nvPr/>
        </p:nvSpPr>
        <p:spPr bwMode="auto">
          <a:xfrm>
            <a:off x="963465" y="3073158"/>
            <a:ext cx="4085564" cy="11887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83878" indent="-283878">
              <a:buFont typeface="Arial"/>
              <a:buChar char="•"/>
              <a:defRPr/>
            </a:pPr>
            <a:r>
              <a:rPr lang="pt-BR" noProof="0" dirty="0" err="1"/>
              <a:t>Turtlebot</a:t>
            </a:r>
            <a:r>
              <a:rPr lang="pt-BR" noProof="0" dirty="0"/>
              <a:t> virtual</a:t>
            </a:r>
          </a:p>
          <a:p>
            <a:pPr marL="283878" indent="-283878">
              <a:buFont typeface="Arial"/>
              <a:buChar char="•"/>
              <a:defRPr/>
            </a:pPr>
            <a:r>
              <a:rPr lang="pt-BR" noProof="0" dirty="0"/>
              <a:t>Sala de aula virtual</a:t>
            </a:r>
          </a:p>
          <a:p>
            <a:pPr marL="283878" indent="-283878">
              <a:buFont typeface="Arial"/>
              <a:buChar char="•"/>
              <a:defRPr/>
            </a:pPr>
            <a:r>
              <a:rPr lang="pt-BR" noProof="0" dirty="0"/>
              <a:t>Permite testar seus programas</a:t>
            </a:r>
          </a:p>
          <a:p>
            <a:pPr>
              <a:defRPr/>
            </a:pPr>
            <a:r>
              <a:rPr lang="pt-BR" noProof="0" dirty="0"/>
              <a:t>	antes de rodar no robô real</a:t>
            </a:r>
          </a:p>
        </p:txBody>
      </p:sp>
      <p:pic>
        <p:nvPicPr>
          <p:cNvPr id="57496139" name="Picture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440674" y="1944255"/>
            <a:ext cx="4833554" cy="355508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281244" name="Título 1"/>
          <p:cNvSpPr>
            <a:spLocks noGrp="1"/>
          </p:cNvSpPr>
          <p:nvPr>
            <p:ph type="title"/>
          </p:nvPr>
        </p:nvSpPr>
        <p:spPr bwMode="auto">
          <a:xfrm>
            <a:off x="457200" y="781047"/>
            <a:ext cx="8229600" cy="61912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noProof="0" dirty="0"/>
              <a:t>Atividade: início da Infra do curso</a:t>
            </a:r>
          </a:p>
        </p:txBody>
      </p:sp>
      <p:sp>
        <p:nvSpPr>
          <p:cNvPr id="1820912559" name="Text Placeholder 2">
            <a:extLst>
              <a:ext uri="{FF2B5EF4-FFF2-40B4-BE49-F238E27FC236}">
                <a16:creationId xmlns:a16="http://schemas.microsoft.com/office/drawing/2014/main" id="{C4DC20B4-AC70-6C8D-5DA8-2920D8C3E7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925" y="85725"/>
            <a:ext cx="7229475" cy="352425"/>
          </a:xfrm>
        </p:spPr>
        <p:txBody>
          <a:bodyPr/>
          <a:lstStyle/>
          <a:p>
            <a:endParaRPr lang="pt-BR" noProof="0" dirty="0"/>
          </a:p>
        </p:txBody>
      </p:sp>
      <p:sp>
        <p:nvSpPr>
          <p:cNvPr id="1131643928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657225" y="1476375"/>
            <a:ext cx="3971925" cy="4667250"/>
          </a:xfrm>
        </p:spPr>
        <p:txBody>
          <a:bodyPr vertOverflow="overflow" horzOverflow="overflow" vert="horz" lIns="91440" tIns="45720" rIns="91440" bIns="45720" numCol="1" spcCol="0" rtlCol="0" fromWordArt="0" anchorCtr="0" forceAA="0" compatLnSpc="0">
            <a:normAutofit/>
          </a:bodyPr>
          <a:lstStyle/>
          <a:p>
            <a:pPr indent="-285750">
              <a:spcAft>
                <a:spcPts val="600"/>
              </a:spcAft>
              <a:buFontTx/>
              <a:buAutoNum type="arabicPeriod"/>
              <a:defRPr/>
            </a:pPr>
            <a:r>
              <a:rPr lang="pt-BR" b="0" noProof="0" dirty="0"/>
              <a:t>Pegue um SSD</a:t>
            </a:r>
          </a:p>
          <a:p>
            <a:pPr indent="-285750">
              <a:spcAft>
                <a:spcPts val="600"/>
              </a:spcAft>
              <a:buAutoNum type="arabicPeriod"/>
              <a:defRPr/>
            </a:pPr>
            <a:r>
              <a:rPr lang="pt-BR" b="0" noProof="0" dirty="0"/>
              <a:t>Ler </a:t>
            </a:r>
            <a:r>
              <a:rPr lang="pt-BR" b="0" i="0" u="sng" strike="noStrike" cap="none" spc="0" noProof="0" dirty="0">
                <a:hlinkClick r:id="rId2" tooltip="https://insper.github.io/robotica-computacional/guias-infra/"/>
              </a:rPr>
              <a:t>https://insper.github.io/robotica-computacional/modulos/01-intro/atividades/guias-infra/</a:t>
            </a:r>
            <a:endParaRPr lang="pt-BR" b="0" noProof="0" dirty="0"/>
          </a:p>
          <a:p>
            <a:pPr indent="-285750">
              <a:spcAft>
                <a:spcPts val="600"/>
              </a:spcAft>
              <a:buAutoNum type="arabicPeriod"/>
              <a:defRPr/>
            </a:pPr>
            <a:r>
              <a:rPr lang="pt-BR" b="0" noProof="0" dirty="0"/>
              <a:t>Inicie o guia de Linux</a:t>
            </a:r>
          </a:p>
          <a:p>
            <a:pPr marL="283878" indent="-283878">
              <a:spcAft>
                <a:spcPts val="600"/>
              </a:spcAft>
              <a:buFontTx/>
              <a:buAutoNum type="arabicPeriod"/>
              <a:defRPr/>
            </a:pPr>
            <a:endParaRPr lang="pt-BR" noProof="0" dirty="0"/>
          </a:p>
          <a:p>
            <a:pPr marL="283878" indent="-283878">
              <a:spcAft>
                <a:spcPts val="600"/>
              </a:spcAft>
              <a:buFontTx/>
              <a:buAutoNum type="arabicPeriod"/>
              <a:defRPr/>
            </a:pPr>
            <a:endParaRPr lang="pt-BR" noProof="0" dirty="0"/>
          </a:p>
          <a:p>
            <a:pPr marL="283878" indent="-283878">
              <a:spcAft>
                <a:spcPts val="600"/>
              </a:spcAft>
              <a:buFontTx/>
              <a:buAutoNum type="arabicPeriod"/>
              <a:defRPr/>
            </a:pPr>
            <a:endParaRPr lang="pt-BR" noProof="0" dirty="0"/>
          </a:p>
          <a:p>
            <a:pPr marL="283878" indent="-283878">
              <a:spcAft>
                <a:spcPts val="600"/>
              </a:spcAft>
              <a:buFontTx/>
              <a:buAutoNum type="arabicPeriod"/>
              <a:defRPr/>
            </a:pPr>
            <a:endParaRPr lang="pt-BR" noProof="0" dirty="0"/>
          </a:p>
          <a:p>
            <a:pPr marL="283878" indent="-283878">
              <a:spcAft>
                <a:spcPts val="600"/>
              </a:spcAft>
              <a:buFontTx/>
              <a:buAutoNum type="arabicPeriod"/>
              <a:defRPr/>
            </a:pPr>
            <a:endParaRPr lang="pt-BR" noProof="0" dirty="0"/>
          </a:p>
          <a:p>
            <a:pPr marL="283878" indent="-283878">
              <a:spcAft>
                <a:spcPts val="600"/>
              </a:spcAft>
              <a:buFontTx/>
              <a:buAutoNum type="arabicPeriod"/>
              <a:defRPr/>
            </a:pPr>
            <a:endParaRPr lang="pt-BR" noProof="0" dirty="0"/>
          </a:p>
          <a:p>
            <a:pPr marL="283878" indent="-283878">
              <a:spcAft>
                <a:spcPts val="600"/>
              </a:spcAft>
              <a:buFontTx/>
              <a:buAutoNum type="arabicPeriod"/>
              <a:defRPr/>
            </a:pPr>
            <a:endParaRPr lang="pt-BR" noProof="0" dirty="0"/>
          </a:p>
          <a:p>
            <a:pPr marL="283878" indent="-283878">
              <a:spcAft>
                <a:spcPts val="600"/>
              </a:spcAft>
              <a:buFontTx/>
              <a:buAutoNum type="arabicPeriod"/>
              <a:defRPr/>
            </a:pPr>
            <a:endParaRPr lang="pt-BR" noProof="0" dirty="0"/>
          </a:p>
          <a:p>
            <a:pPr>
              <a:spcAft>
                <a:spcPts val="600"/>
              </a:spcAft>
              <a:defRPr/>
            </a:pPr>
            <a:endParaRPr lang="pt-BR" b="0" noProof="0" dirty="0"/>
          </a:p>
        </p:txBody>
      </p:sp>
      <p:pic>
        <p:nvPicPr>
          <p:cNvPr id="4" name="Imagem 3" descr="Código QR&#10;&#10;Descrição gerada automaticamente">
            <a:extLst>
              <a:ext uri="{FF2B5EF4-FFF2-40B4-BE49-F238E27FC236}">
                <a16:creationId xmlns:a16="http://schemas.microsoft.com/office/drawing/2014/main" id="{E1E42F39-2CEC-385E-113F-16E1C09FD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828800"/>
            <a:ext cx="3971925" cy="39719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874505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8429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noProof="0" dirty="0"/>
              <a:t>Referências – Bibliografia básica</a:t>
            </a:r>
          </a:p>
        </p:txBody>
      </p:sp>
      <p:sp>
        <p:nvSpPr>
          <p:cNvPr id="3660093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pt-BR" noProof="0" dirty="0"/>
              <a:t>NORVIG, P. ; RUSSELL, S. </a:t>
            </a:r>
            <a:r>
              <a:rPr lang="pt-BR" sz="2400" b="1" noProof="0" dirty="0"/>
              <a:t>Inteligência Artificial.</a:t>
            </a:r>
            <a:r>
              <a:rPr lang="pt-BR" noProof="0" dirty="0"/>
              <a:t> 3. ed. Campus Elsevier, 2013.</a:t>
            </a:r>
          </a:p>
          <a:p>
            <a:pPr lvl="0">
              <a:defRPr/>
            </a:pPr>
            <a:r>
              <a:rPr lang="pt-BR" noProof="0" dirty="0"/>
              <a:t>SIEGWART, R. ; NOURBAKHSH, I. R. ; SCARAMUZZA, D. </a:t>
            </a:r>
            <a:r>
              <a:rPr lang="pt-BR" sz="2400" b="1" noProof="0" dirty="0" err="1"/>
              <a:t>Introduction</a:t>
            </a:r>
            <a:r>
              <a:rPr lang="pt-BR" sz="2400" b="1" noProof="0" dirty="0"/>
              <a:t> </a:t>
            </a:r>
            <a:r>
              <a:rPr lang="pt-BR" sz="2400" b="1" noProof="0" dirty="0" err="1"/>
              <a:t>to</a:t>
            </a:r>
            <a:r>
              <a:rPr lang="pt-BR" sz="2400" b="1" noProof="0" dirty="0"/>
              <a:t> </a:t>
            </a:r>
            <a:r>
              <a:rPr lang="pt-BR" sz="2400" b="1" noProof="0" dirty="0" err="1"/>
              <a:t>Autonomous</a:t>
            </a:r>
            <a:r>
              <a:rPr lang="pt-BR" sz="2400" b="1" noProof="0" dirty="0"/>
              <a:t> Mobile </a:t>
            </a:r>
            <a:r>
              <a:rPr lang="pt-BR" sz="2400" b="1" noProof="0" dirty="0" err="1"/>
              <a:t>Robots</a:t>
            </a:r>
            <a:r>
              <a:rPr lang="pt-BR" sz="2400" b="1" noProof="0" dirty="0"/>
              <a:t>. </a:t>
            </a:r>
            <a:r>
              <a:rPr lang="pt-BR" noProof="0" dirty="0"/>
              <a:t>2. ed. MIT Press, 2011</a:t>
            </a:r>
          </a:p>
          <a:p>
            <a:pPr lvl="0">
              <a:defRPr/>
            </a:pPr>
            <a:r>
              <a:rPr lang="pt-BR" noProof="0" dirty="0"/>
              <a:t>SZELISKI, R. </a:t>
            </a:r>
            <a:r>
              <a:rPr lang="pt-BR" sz="2400" b="1" noProof="0" dirty="0"/>
              <a:t>Computer Vision: </a:t>
            </a:r>
            <a:r>
              <a:rPr lang="pt-BR" sz="2400" b="1" noProof="0" dirty="0" err="1"/>
              <a:t>Algorithms</a:t>
            </a:r>
            <a:r>
              <a:rPr lang="pt-BR" sz="2400" b="1" noProof="0" dirty="0"/>
              <a:t> </a:t>
            </a:r>
            <a:r>
              <a:rPr lang="pt-BR" sz="2400" b="1" noProof="0" dirty="0" err="1"/>
              <a:t>and</a:t>
            </a:r>
            <a:r>
              <a:rPr lang="pt-BR" sz="2400" b="1" noProof="0" dirty="0"/>
              <a:t> </a:t>
            </a:r>
            <a:r>
              <a:rPr lang="pt-BR" sz="2400" b="1" noProof="0" dirty="0" err="1"/>
              <a:t>Applications</a:t>
            </a:r>
            <a:r>
              <a:rPr lang="pt-BR" noProof="0" dirty="0"/>
              <a:t>. Springer, 2011.</a:t>
            </a:r>
          </a:p>
          <a:p>
            <a:pPr lvl="0">
              <a:defRPr/>
            </a:pPr>
            <a:r>
              <a:rPr lang="pt-BR" noProof="0" dirty="0"/>
              <a:t>INGRAND, F.; GHALLAB, M. </a:t>
            </a:r>
            <a:r>
              <a:rPr lang="pt-BR" sz="2400" b="1" noProof="0" dirty="0" err="1"/>
              <a:t>Deliberation</a:t>
            </a:r>
            <a:r>
              <a:rPr lang="pt-BR" sz="2400" b="1" noProof="0" dirty="0"/>
              <a:t> for </a:t>
            </a:r>
            <a:r>
              <a:rPr lang="pt-BR" sz="2400" b="1" noProof="0" dirty="0" err="1"/>
              <a:t>autonomous</a:t>
            </a:r>
            <a:r>
              <a:rPr lang="pt-BR" sz="2400" b="1" noProof="0" dirty="0"/>
              <a:t> </a:t>
            </a:r>
            <a:r>
              <a:rPr lang="pt-BR" sz="2400" b="1" noProof="0" dirty="0" err="1"/>
              <a:t>robots</a:t>
            </a:r>
            <a:r>
              <a:rPr lang="pt-BR" sz="2400" b="1" noProof="0" dirty="0"/>
              <a:t>: a </a:t>
            </a:r>
            <a:r>
              <a:rPr lang="pt-BR" sz="2400" b="1" noProof="0" dirty="0" err="1"/>
              <a:t>survey</a:t>
            </a:r>
            <a:r>
              <a:rPr lang="pt-BR" noProof="0" dirty="0"/>
              <a:t>. Artificial </a:t>
            </a:r>
            <a:r>
              <a:rPr lang="pt-BR" noProof="0" dirty="0" err="1"/>
              <a:t>Intelligence</a:t>
            </a:r>
            <a:r>
              <a:rPr lang="pt-BR" noProof="0" dirty="0"/>
              <a:t>, v. 247, p. 10 – 44, 2017. Disponível em &lt; </a:t>
            </a:r>
            <a:r>
              <a:rPr lang="pt-BR" u="sng" noProof="0" dirty="0">
                <a:hlinkClick r:id="rId2" tooltip="https://www.sciencedirect.com/science/article/pii/S0004370214001350"/>
              </a:rPr>
              <a:t>https://www.sciencedirect.com/science/article/pii/S0004370214001350</a:t>
            </a:r>
            <a:r>
              <a:rPr lang="pt-BR" noProof="0" dirty="0"/>
              <a:t>  &gt;.</a:t>
            </a:r>
          </a:p>
          <a:p>
            <a:pPr>
              <a:defRPr/>
            </a:pPr>
            <a:endParaRPr lang="pt-BR" noProof="0" dirty="0"/>
          </a:p>
        </p:txBody>
      </p:sp>
      <p:sp>
        <p:nvSpPr>
          <p:cNvPr id="1980609637" name="Text Placeholder 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pt-BR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1461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noProof="0" dirty="0"/>
              <a:t>Referências – bibliografia complementar</a:t>
            </a:r>
          </a:p>
        </p:txBody>
      </p:sp>
      <p:sp>
        <p:nvSpPr>
          <p:cNvPr id="1602457354" name="Content Placeholder 2"/>
          <p:cNvSpPr>
            <a:spLocks noGrp="1"/>
          </p:cNvSpPr>
          <p:nvPr>
            <p:ph idx="1"/>
          </p:nvPr>
        </p:nvSpPr>
        <p:spPr bwMode="auto">
          <a:xfrm>
            <a:off x="657225" y="1947331"/>
            <a:ext cx="8029575" cy="426296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pt-BR" noProof="0" dirty="0"/>
              <a:t>KAEHLER, A. ; BRADSKI, G. Learning </a:t>
            </a:r>
            <a:r>
              <a:rPr lang="pt-BR" noProof="0" dirty="0" err="1"/>
              <a:t>OpenCV</a:t>
            </a:r>
            <a:r>
              <a:rPr lang="pt-BR" noProof="0" dirty="0"/>
              <a:t>: Computer Vision in C++ </a:t>
            </a:r>
            <a:r>
              <a:rPr lang="pt-BR" noProof="0" dirty="0" err="1"/>
              <a:t>with</a:t>
            </a:r>
            <a:r>
              <a:rPr lang="pt-BR" noProof="0" dirty="0"/>
              <a:t> </a:t>
            </a:r>
            <a:r>
              <a:rPr lang="pt-BR" noProof="0" dirty="0" err="1"/>
              <a:t>the</a:t>
            </a:r>
            <a:r>
              <a:rPr lang="pt-BR" noProof="0" dirty="0"/>
              <a:t> </a:t>
            </a:r>
            <a:r>
              <a:rPr lang="pt-BR" noProof="0" dirty="0" err="1"/>
              <a:t>OpenCV</a:t>
            </a:r>
            <a:r>
              <a:rPr lang="pt-BR" noProof="0" dirty="0"/>
              <a:t> Library. 2. ed. O'Reilly Media, 2015</a:t>
            </a:r>
          </a:p>
          <a:p>
            <a:pPr lvl="0">
              <a:defRPr/>
            </a:pPr>
            <a:r>
              <a:rPr lang="pt-BR" noProof="0" dirty="0"/>
              <a:t>O'KANE, J. A </a:t>
            </a:r>
            <a:r>
              <a:rPr lang="pt-BR" noProof="0" dirty="0" err="1"/>
              <a:t>Gentle</a:t>
            </a:r>
            <a:r>
              <a:rPr lang="pt-BR" noProof="0" dirty="0"/>
              <a:t> </a:t>
            </a:r>
            <a:r>
              <a:rPr lang="pt-BR" noProof="0" dirty="0" err="1"/>
              <a:t>Introduction</a:t>
            </a:r>
            <a:r>
              <a:rPr lang="pt-BR" noProof="0" dirty="0"/>
              <a:t> </a:t>
            </a:r>
            <a:r>
              <a:rPr lang="pt-BR" noProof="0" dirty="0" err="1"/>
              <a:t>to</a:t>
            </a:r>
            <a:r>
              <a:rPr lang="pt-BR" noProof="0" dirty="0"/>
              <a:t> ROS. </a:t>
            </a:r>
            <a:r>
              <a:rPr lang="pt-BR" noProof="0" dirty="0" err="1"/>
              <a:t>CreateSpace</a:t>
            </a:r>
            <a:r>
              <a:rPr lang="pt-BR" noProof="0" dirty="0"/>
              <a:t> </a:t>
            </a:r>
            <a:r>
              <a:rPr lang="pt-BR" noProof="0" dirty="0" err="1"/>
              <a:t>Publishing</a:t>
            </a:r>
            <a:r>
              <a:rPr lang="pt-BR" noProof="0" dirty="0"/>
              <a:t>, 2013</a:t>
            </a:r>
          </a:p>
          <a:p>
            <a:pPr lvl="0">
              <a:defRPr/>
            </a:pPr>
            <a:r>
              <a:rPr lang="pt-BR" noProof="0" dirty="0"/>
              <a:t>SCHERZ, P.; MONK, S. </a:t>
            </a:r>
            <a:r>
              <a:rPr lang="pt-BR" noProof="0" dirty="0" err="1"/>
              <a:t>Practical</a:t>
            </a:r>
            <a:r>
              <a:rPr lang="pt-BR" noProof="0" dirty="0"/>
              <a:t> </a:t>
            </a:r>
            <a:r>
              <a:rPr lang="pt-BR" noProof="0" dirty="0" err="1"/>
              <a:t>Electronics</a:t>
            </a:r>
            <a:r>
              <a:rPr lang="pt-BR" noProof="0" dirty="0"/>
              <a:t> for </a:t>
            </a:r>
            <a:r>
              <a:rPr lang="pt-BR" noProof="0" dirty="0" err="1"/>
              <a:t>Inventors</a:t>
            </a:r>
            <a:r>
              <a:rPr lang="pt-BR" noProof="0" dirty="0"/>
              <a:t>. 3. ed. McGraw-Hill, 2013</a:t>
            </a:r>
          </a:p>
          <a:p>
            <a:pPr lvl="0">
              <a:defRPr/>
            </a:pPr>
            <a:r>
              <a:rPr lang="pt-BR" noProof="0" dirty="0"/>
              <a:t>ASTRÖM, K.; MURRAY, R. Feedback Systems: </a:t>
            </a:r>
            <a:r>
              <a:rPr lang="pt-BR" noProof="0" dirty="0" err="1"/>
              <a:t>An</a:t>
            </a:r>
            <a:r>
              <a:rPr lang="pt-BR" noProof="0" dirty="0"/>
              <a:t> </a:t>
            </a:r>
            <a:r>
              <a:rPr lang="pt-BR" noProof="0" dirty="0" err="1"/>
              <a:t>Introduction</a:t>
            </a:r>
            <a:r>
              <a:rPr lang="pt-BR" noProof="0" dirty="0"/>
              <a:t> for </a:t>
            </a:r>
            <a:r>
              <a:rPr lang="pt-BR" noProof="0" dirty="0" err="1"/>
              <a:t>Scientists</a:t>
            </a:r>
            <a:r>
              <a:rPr lang="pt-BR" noProof="0" dirty="0"/>
              <a:t> </a:t>
            </a:r>
            <a:r>
              <a:rPr lang="pt-BR" noProof="0" dirty="0" err="1"/>
              <a:t>and</a:t>
            </a:r>
            <a:r>
              <a:rPr lang="pt-BR" noProof="0" dirty="0"/>
              <a:t> </a:t>
            </a:r>
            <a:r>
              <a:rPr lang="pt-BR" noProof="0" dirty="0" err="1"/>
              <a:t>Engineers</a:t>
            </a:r>
            <a:r>
              <a:rPr lang="pt-BR" noProof="0" dirty="0"/>
              <a:t>.  Princeton </a:t>
            </a:r>
            <a:r>
              <a:rPr lang="pt-BR" noProof="0" dirty="0" err="1"/>
              <a:t>University</a:t>
            </a:r>
            <a:r>
              <a:rPr lang="pt-BR" noProof="0" dirty="0"/>
              <a:t> Press, 2008</a:t>
            </a:r>
          </a:p>
          <a:p>
            <a:pPr lvl="0">
              <a:defRPr/>
            </a:pPr>
            <a:r>
              <a:rPr lang="pt-BR" noProof="0" dirty="0"/>
              <a:t>THRUN, S.; BURGARD, W; FOX, D. </a:t>
            </a:r>
            <a:r>
              <a:rPr lang="pt-BR" noProof="0" dirty="0" err="1"/>
              <a:t>Probabilistic</a:t>
            </a:r>
            <a:r>
              <a:rPr lang="pt-BR" noProof="0" dirty="0"/>
              <a:t> </a:t>
            </a:r>
            <a:r>
              <a:rPr lang="pt-BR" noProof="0" dirty="0" err="1"/>
              <a:t>Robotics</a:t>
            </a:r>
            <a:r>
              <a:rPr lang="pt-BR" noProof="0" dirty="0"/>
              <a:t>. MIT Press, 2006.</a:t>
            </a:r>
          </a:p>
          <a:p>
            <a:pPr lvl="0">
              <a:defRPr/>
            </a:pPr>
            <a:r>
              <a:rPr lang="pt-BR" noProof="0" dirty="0"/>
              <a:t>TENORTH, M.; BEETZ, M.  </a:t>
            </a:r>
            <a:r>
              <a:rPr lang="pt-BR" noProof="0" dirty="0" err="1"/>
              <a:t>Representations</a:t>
            </a:r>
            <a:r>
              <a:rPr lang="pt-BR" noProof="0" dirty="0"/>
              <a:t> for </a:t>
            </a:r>
            <a:r>
              <a:rPr lang="pt-BR" noProof="0" dirty="0" err="1"/>
              <a:t>robot</a:t>
            </a:r>
            <a:r>
              <a:rPr lang="pt-BR" noProof="0" dirty="0"/>
              <a:t> </a:t>
            </a:r>
            <a:r>
              <a:rPr lang="pt-BR" noProof="0" dirty="0" err="1"/>
              <a:t>knowledge</a:t>
            </a:r>
            <a:r>
              <a:rPr lang="pt-BR" noProof="0" dirty="0"/>
              <a:t> in </a:t>
            </a:r>
            <a:r>
              <a:rPr lang="pt-BR" noProof="0" dirty="0" err="1"/>
              <a:t>the</a:t>
            </a:r>
            <a:r>
              <a:rPr lang="pt-BR" noProof="0" dirty="0"/>
              <a:t> </a:t>
            </a:r>
            <a:r>
              <a:rPr lang="pt-BR" noProof="0" dirty="0" err="1"/>
              <a:t>KnowRob</a:t>
            </a:r>
            <a:r>
              <a:rPr lang="pt-BR" noProof="0" dirty="0"/>
              <a:t> framework. Artificial </a:t>
            </a:r>
            <a:r>
              <a:rPr lang="pt-BR" noProof="0" dirty="0" err="1"/>
              <a:t>Intelligence</a:t>
            </a:r>
            <a:r>
              <a:rPr lang="pt-BR" noProof="0" dirty="0"/>
              <a:t>, v. 247, p 151-169, 2017.  Disponível em &lt; http://www.sciencedirect.com/science/article/pii/S0004370215000843 &gt;. </a:t>
            </a:r>
          </a:p>
        </p:txBody>
      </p:sp>
      <p:sp>
        <p:nvSpPr>
          <p:cNvPr id="1428382532" name="Text Placeholder 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 lang="pt-B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Escritório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Escritório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1297</TotalTime>
  <Words>1110</Words>
  <Application>Microsoft Office PowerPoint</Application>
  <DocSecurity>0</DocSecurity>
  <PresentationFormat>Apresentação na tela (4:3)</PresentationFormat>
  <Paragraphs>198</Paragraphs>
  <Slides>25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9" baseType="lpstr">
      <vt:lpstr>Arial</vt:lpstr>
      <vt:lpstr>Calibri</vt:lpstr>
      <vt:lpstr>Verdana</vt:lpstr>
      <vt:lpstr>Personalizar design</vt:lpstr>
      <vt:lpstr>Apresentação do PowerPoint</vt:lpstr>
      <vt:lpstr>Equipe</vt:lpstr>
      <vt:lpstr>Rotina semanal</vt:lpstr>
      <vt:lpstr>Formulário de Escolha de Turma</vt:lpstr>
      <vt:lpstr>Atividade: Comportamento autônomo</vt:lpstr>
      <vt:lpstr>O Que os Robôs Fazem</vt:lpstr>
      <vt:lpstr>O que é preciso para montar um carro autônomo?</vt:lpstr>
      <vt:lpstr>Facetas da robótica</vt:lpstr>
      <vt:lpstr>Facetas da robótica</vt:lpstr>
      <vt:lpstr>Sensores de um Carro Autônomo</vt:lpstr>
      <vt:lpstr>Lidar</vt:lpstr>
      <vt:lpstr>Aplicações de ROS 2</vt:lpstr>
      <vt:lpstr>Robótica Computacional</vt:lpstr>
      <vt:lpstr>Visão Geral do Semestre</vt:lpstr>
      <vt:lpstr>Papel de Robótica no Curso</vt:lpstr>
      <vt:lpstr>Atividades</vt:lpstr>
      <vt:lpstr>Avaliações</vt:lpstr>
      <vt:lpstr>Buscando Ajuda</vt:lpstr>
      <vt:lpstr>Nossos equipamentos</vt:lpstr>
      <vt:lpstr>Nossos equipamentos</vt:lpstr>
      <vt:lpstr>Nossos equipamentos</vt:lpstr>
      <vt:lpstr>Nossos equipamentos</vt:lpstr>
      <vt:lpstr>Atividade: início da Infra do curso</vt:lpstr>
      <vt:lpstr>Referências – Bibliografia básica</vt:lpstr>
      <vt:lpstr>Referências – bibliografia complementar</vt:lpstr>
    </vt:vector>
  </TitlesOfParts>
  <Manager/>
  <Company>Insper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Robótica Computacional</dc:title>
  <dc:subject>Aula 01</dc:subject>
  <dc:creator>Igor Montagner</dc:creator>
  <cp:keywords/>
  <dc:description/>
  <cp:lastModifiedBy>Diego Pavan Soler</cp:lastModifiedBy>
  <cp:revision>375</cp:revision>
  <dcterms:created xsi:type="dcterms:W3CDTF">2014-04-17T20:05:08Z</dcterms:created>
  <dcterms:modified xsi:type="dcterms:W3CDTF">2026-08-08T23:39:05Z</dcterms:modified>
  <cp:category/>
  <dc:identifier/>
  <cp:contentStatus/>
  <dc:language/>
  <cp:version/>
</cp:coreProperties>
</file>